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notesSlides/notesSlide6.xml" ContentType="application/vnd.openxmlformats-officedocument.presentationml.notesSlide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notesSlides/notesSlide7.xml" ContentType="application/vnd.openxmlformats-officedocument.presentationml.notesSlide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notesSlides/notesSlide8.xml" ContentType="application/vnd.openxmlformats-officedocument.presentationml.notesSlide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notesSlides/notesSlide9.xml" ContentType="application/vnd.openxmlformats-officedocument.presentationml.notesSlide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notesSlides/notesSlide10.xml" ContentType="application/vnd.openxmlformats-officedocument.presentationml.notesSlide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99" r:id="rId2"/>
    <p:sldId id="300" r:id="rId3"/>
    <p:sldId id="301" r:id="rId4"/>
    <p:sldId id="302" r:id="rId5"/>
    <p:sldId id="303" r:id="rId6"/>
    <p:sldId id="259" r:id="rId7"/>
    <p:sldId id="260" r:id="rId8"/>
    <p:sldId id="263" r:id="rId9"/>
    <p:sldId id="266" r:id="rId10"/>
    <p:sldId id="267" r:id="rId11"/>
    <p:sldId id="304" r:id="rId12"/>
    <p:sldId id="305" r:id="rId13"/>
    <p:sldId id="268" r:id="rId14"/>
    <p:sldId id="269" r:id="rId15"/>
    <p:sldId id="270" r:id="rId16"/>
    <p:sldId id="272" r:id="rId17"/>
    <p:sldId id="306" r:id="rId18"/>
    <p:sldId id="273" r:id="rId19"/>
    <p:sldId id="282" r:id="rId20"/>
    <p:sldId id="274" r:id="rId21"/>
    <p:sldId id="275" r:id="rId22"/>
    <p:sldId id="276" r:id="rId23"/>
    <p:sldId id="277" r:id="rId24"/>
    <p:sldId id="278" r:id="rId25"/>
    <p:sldId id="281" r:id="rId26"/>
    <p:sldId id="280" r:id="rId27"/>
    <p:sldId id="296" r:id="rId28"/>
    <p:sldId id="297" r:id="rId29"/>
    <p:sldId id="293" r:id="rId30"/>
    <p:sldId id="294" r:id="rId31"/>
    <p:sldId id="295" r:id="rId32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1" autoAdjust="0"/>
    <p:restoredTop sz="95806" autoAdjust="0"/>
  </p:normalViewPr>
  <p:slideViewPr>
    <p:cSldViewPr>
      <p:cViewPr varScale="1">
        <p:scale>
          <a:sx n="124" d="100"/>
          <a:sy n="124" d="100"/>
        </p:scale>
        <p:origin x="302" y="101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-452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2T04:12:22.65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30 24575,'412'-15'0,"-50"0"0,727 19-914,-283 1 1828,-552 6-914,5 0 0,1071-12-1365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2T04:12:33.339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0"/>
      <inkml:brushProperty name="anchorY" value="0"/>
      <inkml:brushProperty name="scaleFactor" value="0.5"/>
    </inkml:brush>
  </inkml:definitions>
  <inkml:trace contextRef="#ctx0" brushRef="#br0">1 0 24575,'3021'87'0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2T04:12:55.247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3995.30396"/>
      <inkml:brushProperty name="anchorY" value="-1103.90552"/>
      <inkml:brushProperty name="scaleFactor" value="0.5"/>
    </inkml:brush>
  </inkml:definitions>
  <inkml:trace contextRef="#ctx0" brushRef="#br0">1 1 24575,'0'0'0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2T04:13:00.547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5011.3042"/>
      <inkml:brushProperty name="anchorY" value="-2119.90552"/>
      <inkml:brushProperty name="scaleFactor" value="0.5"/>
    </inkml:brush>
  </inkml:definitions>
  <inkml:trace contextRef="#ctx0" brushRef="#br0">1 167 24575,'0'0'0,"7"0"0,17 0 0,7 0 0,12 0 0,13 0 0,8 0 0,4 0 0,6 0 0,-4 0 0,4 0 0,-2 0 0,-1 0 0,-1 0 0,2 0 0,-1 0 0,-4 0 0,-2 0 0,-2 0 0,-4 0 0,-4 0 0,0 0 0,-3 0 0,-2 0 0,-7 0 0,-6 0 0,-1 0 0,-4 0 0,-4 0 0,2 0 0,-2 0 0,3 0 0,3 0 0,4 0 0,2 0 0,-2 0 0,0 0 0,-2 0 0,-5 0 0,-2 0 0,-4 0 0,-1 0 0,-2 0 0,0 0 0,3 0 0,1 0 0,4 0 0,0 0 0,-1 0 0,-2 0 0,-2 0 0,-1 0 0,-1 0 0,-1 0 0,0 0 0,0 0 0,-1 0 0,1-4 0,-1-1 0,5 1 0,1 0 0,-1 1 0,0-3 0,-2 1 0,0 0 0,-1 1 0,-1 2 0,0 0 0,4 2 0,0-1 0,5 2 0,-1-6 0,-1 1 0,-2 0 0,-2-4 0,-1 1 0,-1 0 0,-1 3 0,4 1 0,1 1 0,3 1 0,4-4 0,-1 1 0,-1 0 0,-3-4 0,-2 1 0,2 1 0,-2 2 0,4-3 0,-1 0 0,-1 2 0,2 1 0,-1 2 0,-2 0 0,-2 2 0,-1 0 0,-2 0 0,0 0 0,-1 0 0,-5-4 0,-9 0 0,-4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2T04:13:03.210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7580.39014"/>
      <inkml:brushProperty name="anchorY" value="-2375.60278"/>
      <inkml:brushProperty name="scaleFactor" value="0.5"/>
    </inkml:brush>
  </inkml:definitions>
  <inkml:trace contextRef="#ctx0" brushRef="#br0">0 110 24575,'3131'-109'0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2T04:13:06.639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13581.25"/>
      <inkml:brushProperty name="anchorY" value="-3875.90161"/>
      <inkml:brushProperty name="scaleFactor" value="0.5"/>
    </inkml:brush>
  </inkml:definitions>
  <inkml:trace contextRef="#ctx0" brushRef="#br0">0 243 24575,'0'0'0,"8"0"0,11 0 0,3 0 0,3 0 0,2 0 0,-1 0 0,-1 0 0,-1 0 0,-1 0 0,-1 0 0,1 0 0,-1 0 0,-1 0 0,1 0 0,0 0 0,-1 0 0,1 0 0,0 0 0,0 0 0,0 0 0,0 0 0,0 0 0,-1 0 0,6 0 0,-1 0 0,1 0 0,-2 0 0,0 0 0,-2-5 0,0 1 0,-5-5 0,0 0 0,-1 2 0,1 2 0,1-3 0,1 1 0,1 2 0,0 1 0,1 1 0,0-2 0,0 0 0,0-4 0,0 1 0,0-3 0,0 1 0,0 2 0,-4-2 0,3 2 0,1 2 0,-3-3 0,-1 1 0,0 2 0,1 2 0,-3-3 0,0 1 0,0 1 0,-2-3 0,1 2 0,1 0 0,1 1 0,-2-2 0,0 1 0,2 1 0,1 1 0,2 2 0,0 1 0,-3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2T04:13:08.698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15973.02832"/>
      <inkml:brushProperty name="anchorY" value="-4649.79443"/>
      <inkml:brushProperty name="scaleFactor" value="0.5"/>
    </inkml:brush>
  </inkml:definitions>
  <inkml:trace contextRef="#ctx0" brushRef="#br0">1 23 24575,'0'0'0,"3"0"0,20 0 0,21-4 0,22-1 0,14 1 0,13 0 0,9 1 0,2 2 0,2 0 0,-7 0 0,-4 1 0,-4 1 0,-6-1 0,-15 0 0,-10 0 0,-9 0 0,-5 0 0,-7 0 0,-6 0 0,-1 0 0,-3 0 0,-2 0 0,2 0 0,-1 0 0,-1 0 0,-2 0 0,0 0 0,-2 0 0,-1 0 0,0 0 0,0 0 0,-1 0 0,1 0 0,0 0 0,-1 0 0,1 0 0,-4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2T04:13:10.740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18716.0918"/>
      <inkml:brushProperty name="anchorY" value="-5644.07031"/>
      <inkml:brushProperty name="scaleFactor" value="0.5"/>
    </inkml:brush>
  </inkml:definitions>
  <inkml:trace contextRef="#ctx0" brushRef="#br0">1 1 24575,'0'0'0,"3"0"0,16 4 0,7 1 0,5 0 0,5-1 0,-1-2 0,2 0 0,2-1 0,-3 0 0,-3-1 0,1 4 0,-3 0 0,-2 0 0,-3 0 0,-2-2 0,-1 0 0,4-1 0,-1-1 0,0 0 0,-1 0 0,-1 0 0,0 0 0,-2 0 0,1-1 0,-2 1 0,1 0 0,0 0 0,0 0 0,-1 0 0,1 0 0,0 0 0,0 0 0,0 0 0,0 0 0,0 0 0,0 0 0,-1 0 0,1 0 0,-4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2T04:13:13.754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20713.91602"/>
      <inkml:brushProperty name="anchorY" value="-6704.55469"/>
      <inkml:brushProperty name="scaleFactor" value="0.5"/>
    </inkml:brush>
  </inkml:definitions>
  <inkml:trace contextRef="#ctx0" brushRef="#br0">1 53 24575,'0'0'0,"3"0"0,16 0 0,3 0 0,13 0 0,6 0 0,3 0 0,7-5 0,1 1 0,-1-1 0,-1 2 0,-7 0 0,-1-3 0,-1 1 0,0 0 0,-5 1 0,2 2 0,-5 0 0,-2 1 0,-4 1 0,-2 0 0,-2 0 0,-1 1 0,4-1 0,0 0 0,0 0 0,-1 0 0,-1 0 0,0 0 0,-2 0 0,1 0 0,-1 0 0,-1 0 0,1 0 0,0 0 0,-1 0 0,1 0 0,0 0 0,0 0 0,-5-4 0,-4-1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2T04:13:15.784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22900.49023"/>
      <inkml:brushProperty name="anchorY" value="-7668.29834"/>
      <inkml:brushProperty name="scaleFactor" value="0.5"/>
    </inkml:brush>
  </inkml:definitions>
  <inkml:trace contextRef="#ctx0" brushRef="#br0">0 31 24575,'0'0'0,"19"0"0,37 0 0,20 0 0,27 0 0,3-5 0,2 1 0,-7-1 0,-10 2 0,-13 0 0,-11 1 0,-15 2 0,-7-1 0,-5 1 0,-5 0 0,-6 0 0,-2 1 0,-3-1 0,-2 0 0,-1 0 0,0 0 0,0 0 0,0 0 0,1 0 0,-1 0 0,1 0 0,0 0 0,0 0 0,0 0 0,4 0 0,0 0 0,1 0 0,-2 0 0,0 0 0,-1 0 0,-2 0 0,1 0 0,-6-4 0,-4-1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2T04:13:18.009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25438.52539"/>
      <inkml:brushProperty name="anchorY" value="-8653.76563"/>
      <inkml:brushProperty name="scaleFactor" value="0.5"/>
    </inkml:brush>
  </inkml:definitions>
  <inkml:trace contextRef="#ctx0" brushRef="#br0">1 0 24575,'0'0'0,"4"0"0,5 0 0,4 0 0,4 0 0,3 0 0,2 0 0,0 0 0,5 0 0,5 0 0,4 0 0,-1 0 0,-2 0 0,1 0 0,-2 0 0,2 0 0,-3 0 0,-1 0 0,-3 0 0,2 0 0,-1 0 0,-1 0 0,3 0 0,-2 0 0,0 0 0,-2 0 0,-1 0 0,-2 0 0,0 0 0,-1 0 0,0 0 0,-1 0 0,1 0 0,-1 0 0,1 0 0,0 0 0,0 0 0,0 0 0,-1 0 0,1 0 0,0 0 0,0 0 0,0 0 0,-4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2T04:13:20.247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27502.44727"/>
      <inkml:brushProperty name="anchorY" value="-9669.76563"/>
      <inkml:brushProperty name="scaleFactor" value="0.5"/>
    </inkml:brush>
  </inkml:definitions>
  <inkml:trace contextRef="#ctx0" brushRef="#br0">0 155 24575,'0'0'0,"4"0"0,14 0 0,9 0 0,12 0 0,14 0 0,5 0 0,9 0 0,6 0 0,-2 0 0,0 0 0,-2 0 0,-6 0 0,-1 0 0,-1 0 0,-8 0 0,-3 0 0,0 0 0,-6 0 0,3 0 0,3 0 0,-4 0 0,4 0 0,-6 0 0,4 0 0,3 0 0,-4 0 0,3 0 0,4 0 0,-2 0 0,4 0 0,3 0 0,-3 0 0,3 0 0,1 0 0,-7 0 0,1 0 0,2 0 0,-3 0 0,3 0 0,2 0 0,7 0 0,2-5 0,15 1 0,0-5 0,5 1 0,0 0 0,6-1 0,0 0 0,5-2 0,-2 2 0,4-2 0,-2 1 0,-7 2 0,2-2 0,-6 3 0,-5 0 0,-11 3 0,-4 2 0,-7 0 0,-11 2 0,-4 0 0,-8 0 0,-6 0 0,-4 1 0,-3-1 0,-2 0 0,-1 0 0,0 0 0,-1-4 0,-3-5 0,-5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2T04:13:22.343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32535.42578"/>
      <inkml:brushProperty name="anchorY" value="-10531.96289"/>
      <inkml:brushProperty name="scaleFactor" value="0.5"/>
    </inkml:brush>
  </inkml:definitions>
  <inkml:trace contextRef="#ctx0" brushRef="#br0">0 23 24575,'0'0'0,"4"0"0,14 0 0,18 0 0,7 0 0,16 0 0,10 0 0,4 0 0,6 0 0,3 0 0,4 0 0,1 0 0,-8 0 0,-3 0 0,-6 0 0,-7 0 0,-1 0 0,-11 0 0,1 0 0,-3 0 0,-3 0 0,0 0 0,-2 0 0,-4 0 0,-1 0 0,-5 0 0,6 0 0,1 0 0,-3 0 0,1 0 0,-3 0 0,-4 0 0,5 0 0,2 0 0,-2 0 0,-3 0 0,1 0 0,-3 0 0,-3 0 0,-2 0 0,-3 0 0,-1 0 0,-1 0 0,0 0 0,0 0 0,-1 0 0,0 0 0,-8 0 0,-9 0 0,-9 0 0,-7 0 0,-6 0 0,-3 0 0,3-5 0,3-3 0,5-1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2T04:13:24.447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35506.67578"/>
      <inkml:brushProperty name="anchorY" value="-11525.90137"/>
      <inkml:brushProperty name="scaleFactor" value="0.5"/>
    </inkml:brush>
  </inkml:definitions>
  <inkml:trace contextRef="#ctx0" brushRef="#br0">0 0 24575,'0'0'0,"4"0"0,10 0 0,0 4 0,3 5 0,1 0 0,3 4 0,0-3 0,1-1 0,1-3 0,-1-2 0,0-2 0,0 4 0,0-2 0,1 0 0,-1-1 0,-5 4 0,0-1 0,-3 3 0,-10 0 0,-7-2 0,-2 3 0,-7 2 0,-3-1 0,-3-2 0,2 2 0,3 2 0,-1-2 0,0-2 0,-2 2 0,-2-3 0,-2-1 0,3 2 0,4-6 0,5-6 0,2-2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2T04:13:27.972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36653.88672"/>
      <inkml:brushProperty name="anchorY" value="-12778.77832"/>
      <inkml:brushProperty name="scaleFactor" value="0.5"/>
    </inkml:brush>
  </inkml:definitions>
  <inkml:trace contextRef="#ctx0" brushRef="#br0">41 0 24575,'0'0'0,"0"8"0,0 11 0,0 3 0,0 8 0,0 5 0,0 4 0,0-1 0,0-3 0,0 0 0,0-2 0,0 1 0,0-3 0,0-2 0,0-2 0,0-2 0,0-2 0,0 0 0,0-2 0,0 1 0,0-10 0,0-8 0,0-9 0,0-7 0,0-6 0,0-3 0,0-2 0,0-1 0,0 1 0,0 0 0,0-5 0,0 1 0,0 0 0,0 1 0,0 2 0,0 0 0,0 1 0,0 1 0,0 0 0,0 1 0,0-1 0,4 5 0,1-1 0,-1 1 0,4 3 0,4 4 0,3 3 0,3 3 0,2-2 0,1 1 0,2 1 0,-1 1 0,1 1 0,-1 1 0,1 0 0,-1 1 0,0 0 0,0 1 0,0-1 0,0 0 0,0 0 0,-1 0 0,1 0 0,0 0 0,0 0 0,-4 5 0,-10-1 0,-4 5 0,-8-1 0,-6 4 0,-1 2 0,-4-1 0,-2 1 0,2 3 0,-1 0 0,-1-1 0,-1-5 0,3 2 0,-2 1 0,1-3 0,2 3 0,-1-4 0,-1-1 0,-1-4 0,2 3 0,-1-2 0,-1 3 0,-1-1 0,-1-1 0,3 2 0,-1 3 0,0-1 0,-2-2 0,0 2 0,-2-3 0,0-1 0,0-2 0,-1-2 0,8-1 0,10-2 0,9 0 0,7 0 0,5-1 0,4 1 0,2 0 0,0-1 0,1 1 0,-1 0 0,0 0 0,0 0 0,-1 0 0,0 0 0,0 0 0,0 0 0,0 4 0,0 1 0,0 4 0,0-1 0,0-1 0,-1-2 0,1-1 0,0-2 0,-5 3 0,1 0 0,-1-1 0,-3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2T04:13:29.601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38153.35938"/>
      <inkml:brushProperty name="anchorY" value="-14206.97559"/>
      <inkml:brushProperty name="scaleFactor" value="0.5"/>
    </inkml:brush>
  </inkml:definitions>
  <inkml:trace contextRef="#ctx0" brushRef="#br0">0 1 24575,'0'0'0,"11"0"0,13 0 0,8 0 0,5 0 0,10 0 0,2 0 0,1 0 0,0 0 0,-2 0 0,-6 0 0,-5 0 0,-1 0 0,-4 0 0,-4 0 0,-2 0 0,-2 0 0,-2 0 0,0 0 0,-1 0 0,1 0 0,-1 0 0,1 0 0,-5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2T04:13:31.413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39889.03516"/>
      <inkml:brushProperty name="anchorY" value="-15222.97559"/>
      <inkml:brushProperty name="scaleFactor" value="0.5"/>
    </inkml:brush>
  </inkml:definitions>
  <inkml:trace contextRef="#ctx0" brushRef="#br0">68 1 24575,'0'0'0,"0"4"0,0 10 0,0 4 0,0 7 0,0 8 0,0 4 0,0 4 0,-4-2 0,0-3 0,-1 0 0,1-3 0,2-4 0,0-2 0,1-2 0,-4 2 0,1 0 0,-5-5 0,1-2 0,1-1 0,1 1 0,3 0 0,1 0 0,1 1 0,0-8 0,2-5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2T04:13:33.447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38805.35938"/>
      <inkml:brushProperty name="anchorY" value="-14821.06152"/>
      <inkml:brushProperty name="scaleFactor" value="0.5"/>
    </inkml:brush>
  </inkml:definitions>
  <inkml:trace contextRef="#ctx0" brushRef="#br0">462 0 24575,'0'0'0,"-4"0"0,-5 0 0,-5 0 0,-3 0 0,-3 0 0,-1 0 0,-1 0 0,-1 0 0,5 5 0,-1 4 0,1 4 0,0-1 0,3 3 0,-1-2 0,4 1 0,-2 2 0,0 1 0,-3-2 0,-1 1 0,2 1 0,-1 1 0,0 1 0,-1 2 0,-2 0 0,4 1 0,4 0 0,-1 0 0,4 0 0,2 0 0,3 0 0,1 0 0,2 0 0,5 0 0,1 0 0,4 0 0,0 0 0,3 0 0,2-5 0,3-4 0,3-4 0,1-4 0,0 1 0,1-1 0,1 4 0,-1-2 0,1-1 0,-1-1 0,0-2 0,0 3 0,0-1 0,0 0 0,0-2 0,0-1 0,-1 0 0,1-2 0,0 1 0,0-1 0,0-1 0,0 1 0,0 0 0,0 0 0,0 0 0,-1 0 0,-3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2T04:13:39.403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39971.46094"/>
      <inkml:brushProperty name="anchorY" value="-16471.16211"/>
      <inkml:brushProperty name="scaleFactor" value="0.5"/>
    </inkml:brush>
  </inkml:definitions>
  <inkml:trace contextRef="#ctx0" brushRef="#br0">1009 1403 24575,'0'0'0,"4"0"0,10 0 0,4 0 0,3 0 0,3 0 0,4 0 0,1 0 0,-1 0 0,-1 0 0,-2 0 0,-1 0 0,-1 0 0,-1 0 0,0 0 0,4 0 0,0 0 0,5 4 0,-1 1 0,3-1 0,-1 0 0,-7 3 0,-2-1 0,-1-1 0,-2-1 0,0-1 0,0-2 0,5 0 0,1-1 0,0 0 0,3 0 0,0 0 0,4 4 0,2 1 0,-1-1 0,3 4 0,1-1 0,-3 4 0,2-2 0,1 3 0,2-2 0,1-2 0,2-3 0,-5 3 0,2-2 0,-5-1 0,-4-1 0,2-2 0,1 0 0,-2-2 0,-2 0 0,-2 0 0,2 0 0,3-1 0,3 1 0,3 0 0,-2 0 0,1 0 0,2 0 0,-4 0 0,5 0 0,-2 0 0,0 0 0,2 0 0,-4 0 0,0 0 0,-3 0 0,6 0 0,1 0 0,-3 0 0,2 0 0,0 0 0,-3 0 0,0 0 0,1 0 0,6 0 0,6 0 0,1 0 0,5-4 0,3-1 0,2 1 0,-1 0 0,0-3 0,2 1 0,-9-4 0,-2 2 0,-5 0 0,-5-1 0,2 1 0,-5-3 0,-3 2 0,-1-3 0,-2 2 0,-3 3 0,1 1 0,-1 3 0,-1 1 0,2 1 0,-2-3 0,0 0 0,2 0 0,-1 1 0,-1 0 0,-2-2 0,3-1 0,3 2 0,0 0 0,3 1 0,-3-2 0,-1-1 0,1 2 0,-2 0 0,-2-3 0,3-3 0,-2 0 0,-5-3 0,-3 2 0,-1 3 0,0 1 0,-1 4 0,2-4 0,-1 2 0,-3-4 0,0 2 0,-4-4 0,1 1 0,-4-2 0,2-2 0,2 1 0,-2-1 0,-2-2 0,-4-2 0,-2-1 0,-1-2 0,-3 0 0,0-1 0,0-1 0,-1 1 0,1 0 0,-1 0 0,1 0 0,0 0 0,0 0 0,0 0 0,-4 0 0,-1 0 0,-4 5 0,1-1 0,0 1 0,3-1 0,-3-2 0,-3 0 0,1-1 0,2 0 0,-3 3 0,3 1 0,-3-1 0,1 0 0,3-2 0,2 0 0,-2 3 0,0 0 0,-2 0 0,-4-1 0,2-2 0,1 0 0,-1 3 0,2 0 0,-2 4 0,1-1 0,-1-1 0,-3 3 0,-2-2 0,1-2 0,-1 3 0,-1 3 0,-1 3 0,-2-1 0,0 1 0,-2-2 0,1 1 0,-2-3 0,-3 1 0,-5 2 0,-5-1 0,2 1 0,1-3 0,-2 2 0,4 2 0,-3-2 0,2 1 0,3-2 0,-2 1 0,-3 2 0,-3-3 0,2 3 0,2 1 0,-1-3 0,3 1 0,2 2 0,3 2 0,-3 1 0,-3 2 0,-4-4 0,1 0 0,-1 1 0,2 1 0,3 0 0,-2 2 0,3 0 0,1 1 0,-1 0 0,1 0 0,1 0 0,-2 0 0,1 0 0,-3 1 0,-3-1 0,-7 0 0,1 0 0,-1 0 0,-1-5 0,5 1 0,-1-1 0,4 2 0,0 0 0,-2 1 0,-2-3 0,-1 0 0,-2 1 0,4 0 0,-1-3 0,-1 1 0,0 1 0,3 1 0,-1 2 0,4 0 0,3 1 0,-2 1 0,-1 0 0,-2-4 0,1 0 0,2 0 0,0 0 0,2 2 0,-3 0 0,3 1 0,2 1 0,-2 0 0,-3 0 0,2 0 0,-3 0 0,2 1 0,3-1 0,-2-5 0,2 1 0,1-1 0,-1 1 0,1 1 0,1 2 0,-2 0 0,1 0 0,-3 1 0,1 0 0,2 0 0,2 1 0,2-1 0,1 0 0,1 0 0,-3 0 0,-4 0 0,-1 0 0,-3 0 0,-3 0 0,2 0 0,3 5 0,-2-1 0,-2 1 0,-2-1 0,-2 3 0,3-1 0,-1-1 0,3 0 0,3-3 0,0 0 0,2-1 0,2-1 0,2 0 0,2 4 0,1 0 0,0 0 0,2 0 0,-1-2 0,1 0 0,-5-1 0,0-1 0,-5 0 0,1 0 0,-3 0 0,1 0 0,2-1 0,2 1 0,3 0 0,1 0 0,1 0 0,-3 0 0,0 0 0,-5 0 0,2 0 0,0 0 0,-2 0 0,1 0 0,1 0 0,3 0 0,1 0 0,2 0 0,4 5 0,2-1 0,0 0 0,3 4 0,0 0 0,-2-2 0,-1-2 0,3 4 0,-1 2 0,-2 0 0,-1 3 0,-1-2 0,-2 2 0,4 2 0,0-3 0,-1 3 0,4 1 0,-1-3 0,-1 2 0,-1 1 0,-2 2 0,-1 1 0,3 1 0,4 2 0,4-1 0,0 2 0,2-1 0,-2 0 0,1 0 0,1 0 0,3 0 0,1 0 0,1 0 0,2 0 0,0 0 0,0 0 0,0 0 0,1 0 0,-1 0 0,0-1 0,0 1 0,0 0 0,0 0 0,0 0 0,0 0 0,5 0 0,-1 0 0,1-1 0,-2 1 0,0 0 0,-1 0 0,3 0 0,0 0 0,4 0 0,-1 0 0,3 0 0,3 0 0,3 0 0,-3-1 0,3 1 0,0-4 0,-3-1 0,1 5 0,1-4 0,2 2 0,-3-1 0,-4 1 0,1-4 0,2 1 0,2-5 0,6 2 0,2-4 0,-3 3 0,0 0 0,3 4 0,1-4 0,5-2 0,-1 2 0,-1-4 0,-1 2 0,3-2 0,-2 3 0,0-2 0,2-3 0,4-2 0,-2-2 0,3-1 0,2-1 0,-2-1 0,6-1 0,2 1 0,6-1 0,0 1 0,5 0 0,-9-5 0,2 1 0,-2-5 0,-4 0 0,-1 2 0,4-3 0,0 2 0,-2 2 0,-5-3 0,-1 1 0,1-2 0,-3 1 0,-7-2 0,-4 1 0,-2 2 0,-1 3 0,-1 2 0,1 1 0,1 1 0,0 1 0,-4-4 0,0-4 0,0-1 0,1 1 0,2 2 0,0 1 0,-3 3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2T04:13:41.328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41816.23047"/>
      <inkml:brushProperty name="anchorY" value="-17399.31836"/>
      <inkml:brushProperty name="scaleFactor" value="0.5"/>
    </inkml:brush>
  </inkml:definitions>
  <inkml:trace contextRef="#ctx0" brushRef="#br0">0 1 24575,'0'0'0,"11"4"0,14 9 0,6 5 0,11 8 0,4-2 0,-1 0 0,-4-5 0,-2-1 0,-9 0 0,-3-4 0,-4-4 0,-2 1 0,-1-2 0,0-3 0,1-2 0,-1-2 0,2-1 0,3-1 0,1 0 0,5-5 0,-5-4 0,-1 0 0,2-4 0,-5-3 0,-1-2 0,0 3 0,-1 3 0,-4-1 0,0-1 0,1 2 0,-4-1 0,-3-2 0,-3 2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2T04:13:42.968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43639.03125"/>
      <inkml:brushProperty name="anchorY" value="-18459.09766"/>
      <inkml:brushProperty name="scaleFactor" value="0.5"/>
    </inkml:brush>
  </inkml:definitions>
  <inkml:trace contextRef="#ctx0" brushRef="#br0">1 95 24575,'0'0'0,"0"3"0,4 7 0,5 3 0,4 9 0,4-3 0,3 3 0,1 4 0,2-4 0,-1-1 0,-3 0 0,-6 0 0,1-4 0,0-5 0,-3 1 0,2-4 0,2-3 0,2-1 0,2-3 0,1-1 0,-3-6 0,0-8 0,5-6 0,6-3 0,0-6 0,1-5 0,3-5 0,3 6 0,-1 3 0,-3 2 0,2 3 0,-2 6 0,-2 1 0,-7 0 0,-1 4 0,-7-1 0,-4 3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2T04:13:51.124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45372.07422"/>
      <inkml:brushProperty name="anchorY" value="-19380.71875"/>
      <inkml:brushProperty name="scaleFactor" value="0.5"/>
    </inkml:brush>
  </inkml:definitions>
  <inkml:trace contextRef="#ctx0" brushRef="#br0">2245 358 24575,'0'0'0,"-7"0"0,-12 0 0,-17 0 0,-11 0 0,-15 0 0,-6 0 0,-8 0 0,-5 0 0,0 0 0,-1 0 0,-2 0 0,-2-4 0,9 0 0,-1-1 0,4-3 0,2 1 0,12 1 0,6 1 0,10 2 0,4 1 0,6 2 0,4-5 0,0 1 0,2 0 0,-3 0 0,2 2 0,-3-4 0,1 1 0,6-4 0,-2 1 0,2-4 0,-4 2 0,1 2 0,-4-2 0,-3-2 0,-3 1 0,-3-2 0,3 2 0,3-2 0,5 3 0,2 2 0,4 2 0,1 3 0,5-3 0,1 1 0,-4-4 0,-1 1 0,-1 1 0,0 2 0,4-2 0,0-4 0,1 1 0,3-2 0,1 1 0,-2 2 0,-1 3 0,2-2 0,-1 2 0,0 1 0,2-3 0,4 1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2T04:13:54.134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42111.84375"/>
      <inkml:brushProperty name="anchorY" value="-18006.63086"/>
      <inkml:brushProperty name="scaleFactor" value="0.5"/>
    </inkml:brush>
  </inkml:definitions>
  <inkml:trace contextRef="#ctx0" brushRef="#br0">283 1 24575,'0'0'0,"-4"0"0,-6 0 0,-7 0 0,-5 0 0,-2 0 0,-1 0 0,0 0 0,1 0 0,0 0 0,1 0 0,0 0 0,1 0 0,5 4 0,4 5 0,4 4 0,9 0 0,7-3 0,1 3 0,1 1 0,-1 2 0,1-2 0,-1 2 0,-1 1 0,1 1 0,0 1 0,-2 2 0,2-4 0,-1 0 0,-1 1 0,-2 0 0,-1 2 0,-1 0 0,-2 1 0,5-4 0,-1 1 0,0-1 0,-1 2 0,0-4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2T04:13:56.627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40940.92188"/>
      <inkml:brushProperty name="anchorY" value="-17405.08984"/>
      <inkml:brushProperty name="scaleFactor" value="0.5"/>
    </inkml:brush>
  </inkml:definitions>
  <inkml:trace contextRef="#ctx0" brushRef="#br0">0 527 24575,'0'0'0,"0"-4"0,5-14 0,4-9 0,4-12 0,4-6 0,-1 1 0,1 4 0,-4 5 0,-3 4 0,1 4 0,-2 3 0,-3 2 0,-2 1 0,3 0 0,-2 0 0,5 4 0,-2 0 0,-1 0 0,2 3 0,-1 0 0,-2-2 0,-1 3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2T04:14:13.890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42151.15234"/>
      <inkml:brushProperty name="anchorY" value="-17894.375"/>
      <inkml:brushProperty name="scaleFactor" value="0.5"/>
    </inkml:brush>
  </inkml:definitions>
  <inkml:trace contextRef="#ctx0" brushRef="#br0">0 329 24575,'0'0'0,"4"0"0,23 0 0,17 0 0,18 0 0,8 0 0,9 0 0,0 0 0,-5 0 0,-3 0 0,-3 0 0,-7 0 0,0 0 0,-1 0 0,-8 0 0,1 0 0,-3 0 0,-6 0 0,-2 0 0,-2 0 0,-3 0 0,-1 0 0,-3 0 0,-3 0 0,-3 0 0,2 0 0,3 0 0,3 0 0,0 0 0,1 0 0,-2 0 0,-3 0 0,2 0 0,-3 0 0,-2 0 0,3 0 0,-2 0 0,-1 0 0,2 0 0,-1 0 0,-1 0 0,-2 0 0,-2 0 0,-1 0 0,0 0 0,3-4 0,5-1 0,4-4 0,-1 1 0,-1 1 0,1 2 0,-3 1 0,3 2 0,-2 1 0,-3-4 0,2 1 0,-1-5 0,2 1 0,3-3 0,-2 1 0,3 2 0,2-2 0,-3 2 0,6 2 0,2-3 0,1 2 0,1-3 0,4 1 0,-3 2 0,3 2 0,3 2 0,-4-3 0,3 0 0,3-3 0,3 1 0,-1 1 0,3-2 0,1 1 0,-3-3 0,2 2 0,1 2 0,-2 2 0,-4 2 0,-3 1 0,-7 1 0,-3 1 0,-5 1 0,-1-1 0,1-4 0,2 0 0,1 0 0,-2 0 0,1-3 0,-3 1 0,5 1 0,1 1 0,3 1 0,0 1 0,0 2 0,-3 0 0,-1 0 0,-5 0 0,-3 0 0,-4 0 0,-3 1 0,-2-1 0,-5-5 0,-5-4 0,-6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2T04:14:16.475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47501.21484"/>
      <inkml:brushProperty name="anchorY" value="-18581.5293"/>
      <inkml:brushProperty name="scaleFactor" value="0.5"/>
    </inkml:brush>
  </inkml:definitions>
  <inkml:trace contextRef="#ctx0" brushRef="#br0">0 97 24575,'0'0'0,"8"0"0,15 0 0,13-4 0,15-1 0,15-4 0,9 1 0,9-3 0,-1 1 0,2 2 0,-3 2 0,-9 2 0,-4 3 0,-3 0 0,-1 1 0,-6 0 0,4 0 0,-7 1 0,4-1 0,-3 0 0,-6 1 0,-5-1 0,-6 0 0,-6 0 0,-1 0 0,-4 0 0,3 0 0,-3 0 0,-1 0 0,-2 0 0,-1 0 0,-2 0 0,-1 0 0,0 0 0,0 0 0,-1 0 0,1 0 0,0 0 0,-1 0 0,1 0 0,4 0 0,1 0 0,4 0 0,-1 0 0,3 0 0,-1 0 0,2 0 0,-2 0 0,-2 0 0,2 0 0,-2-5 0,-2 0 0,3 1 0,-2 0 0,3 1 0,3 1 0,3 1 0,2 1 0,-2 0 0,1 0 0,-4 0 0,-3 1 0,0-1 0,3 0 0,-3 0 0,3 0 0,-2 0 0,-3 0 0,-3 0 0,-2 0 0,-1 0 0,-1 0 0,-2 0 0,-3-4 0,-6-1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2T04:14:22.161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51309.01953"/>
      <inkml:brushProperty name="anchorY" value="-19500.78711"/>
      <inkml:brushProperty name="scaleFactor" value="0.5"/>
    </inkml:brush>
  </inkml:definitions>
  <inkml:trace contextRef="#ctx0" brushRef="#br0">0 155 24575,'0'0'0,"11"0"0,31 0 0,29 0 0,34 0 0,23 0 0,17 0 0,5-4 0,1-1 0,-4-4 0,-8 1 0,-13-3 0,-13 1 0,-15 2 0,-7 2 0,-11 2 0,-10 3 0,-5 0 0,-3 1 0,-10 0 0,1 0 0,-4 1 0,-2-5 0,-1 0 0,-6-1 0,-5 2 0,-1 0 0,-3-3 0,-3 1 0,2 0 0,3 1 0,3 2 0,3 0 0,-2 1 0,1 1 0,-3 0 0,1 0 0,1 1 0,2-1 0,-2 0 0,0-4 0,-3-1 0,2 0 0,-4 2 0,-6-5 0,-3 2 0,-3 1 0,-1 1 0,1 1 0,0 1 0,-4 2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2T04:14:25.414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55214.03125"/>
      <inkml:brushProperty name="anchorY" value="-20362.62891"/>
      <inkml:brushProperty name="scaleFactor" value="0.5"/>
    </inkml:brush>
  </inkml:definitions>
  <inkml:trace contextRef="#ctx0" brushRef="#br0">1 112 24575,'0'0'0,"7"0"0,21 0 0,21 0 0,38-4 0,40-5 0,26-8 0,35-1 0,11 3-884,0-1 1137,-13 4-379,-27 3 126,-23 3-29,-21 2 37,-15 3-12,-18 1 4,-11 0 0,-5 1 0,-13-1 883,-1 1-1136,-9-1 410,3 1-166,-1-1 13,-5 0-4,-1 0 0,6 0 0,-1 0 0,2 0 0,0 0 0,-5 0 0,0 0 0,-6 0 0,1 0 0,1 0 0,-3 0 0,2 0 0,-3 0 0,-3 0 0,2 0 0,-3 0 0,4 0 0,-3 0 0,3 0 0,3 0 0,2 0 0,3 0 0,6 0 0,-4 0 0,5 0 0,5 0 0,-1 0 0,-1 0 0,-5 0 0,-3 0 0,3 0 0,-4 0 0,-5 0 0,0 0 0,-5 0 0,-2 0 0,-4 0 0,-1 0 0,-2 0 0,3 0 0,0 0 0,0 0 0,-1 0 0,-1 0 0,-5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2T04:14:28.247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60102.91797"/>
      <inkml:brushProperty name="anchorY" value="-21270.00781"/>
      <inkml:brushProperty name="scaleFactor" value="0.5"/>
    </inkml:brush>
  </inkml:definitions>
  <inkml:trace contextRef="#ctx0" brushRef="#br0">1 141 24575,'0'0'0,"3"0"0,16 0 0,7 0 0,9 0 0,6 0 0,7 0 0,2 0 0,9 0 0,9 4 0,7 1 0,1-1 0,9 0 0,11-1 0,11-2 0,14 0 0,12 0 0,19-6 0,1 1 0,0-1 0,-8 1 0,-1-3 0,-9 1 0,-12-4 0,-11 1 0,-14-2 0,-8 1 0,-1-2 0,-1 2 0,-4 2 0,-10-2 0,-5 2 0,-8-3 0,-10 3 0,-10 0 0,-8 3 0,-5 2 0,-5 2 0,-2 0 0,-1 1 0,0 0 0,0 1 0,1-1 0,-4-4 0,-5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2T04:14:36.109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64238.30859"/>
      <inkml:brushProperty name="anchorY" value="-22145.6543"/>
      <inkml:brushProperty name="scaleFactor" value="0.5"/>
    </inkml:brush>
  </inkml:definitions>
  <inkml:trace contextRef="#ctx0" brushRef="#br0">1 154 24575,'0'0'0,"11"0"0,13 0 0,16 0 0,12 0 0,3-5 0,6 1 0,3-5 0,-8 1 0,1 1 0,1-3 0,-3 2 0,-3 2 0,2 1 0,2 2 0,-6 2 0,2 0 0,-6 1 0,-6 0 0,-2 1 0,-5-5 0,0-1 0,-2 1 0,-2 1 0,-3 0 0,-2 1 0,-1 1 0,-1 1 0,4 0 0,5 0 0,3 0 0,0 0 0,-1 1 0,-3-6 0,-3 1 0,2-1 0,-1 1 0,3 1 0,-1 2 0,-2 0 0,-1 0 0,2 1 0,0 0 0,-2 0 0,-1 1 0,-2-6 0,3 1 0,1 0 0,-2 0 0,4 2 0,-2 0 0,0 1 0,3 0 0,-2 1 0,4 1 0,-3-1 0,4 0 0,-2 0 0,2 0 0,2 0 0,3 0 0,-3 0 0,-3 0 0,-3 0 0,-3 0 0,2 0 0,3 0 0,-1 0 0,3 0 0,-2 0 0,-2 0 0,2 0 0,-2 0 0,-2 0 0,3 0 0,-2 0 0,3 0 0,-1 0 0,2 0 0,-2 0 0,-1 0 0,-3 0 0,-1 0 0,-7-4 0,-5-5 0,-6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2T04:14:38.291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68099.78125"/>
      <inkml:brushProperty name="anchorY" value="-23008.21484"/>
      <inkml:brushProperty name="scaleFactor" value="0.5"/>
    </inkml:brush>
  </inkml:definitions>
  <inkml:trace contextRef="#ctx0" brushRef="#br0">1 539 24575,'0'0'0,"3"4"0,3 10 0,2 4 0,5 4 0,3 5 0,-2 2 0,2 4 0,2-5 0,0-7 0,-2-2 0,-4-1 0,-4-1 0,1-2 0,-2 0 0,3-4 0,-2 2 0,3-3 0,2-2 0,3-3 0,3-2 0,6-2 0,-4-5 0,6-5 0,8-5 0,0-8 0,7-11 0,8-11 0,9-9 0,6-7 0,12 1 0,-3-3 0,-1-1 0,-6-2 0,-6 5 0,-6 8 0,-6 4 0,-11 8 0,-8 6 0,-5 10 0,-3 8 0,-2 3 0,0 0 0,-5-1 0,1 2 0,-4-2 0,1 3 0,-3-2 0,2 3 0,-3 2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2T04:14:40.777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70414.35156"/>
      <inkml:brushProperty name="anchorY" value="-23485.20117"/>
      <inkml:brushProperty name="scaleFactor" value="0.5"/>
    </inkml:brush>
  </inkml:definitions>
  <inkml:trace contextRef="#ctx0" brushRef="#br0">0 788 24575,'0'0'0,"0"4"0,0 6 0,4 3 0,1 4 0,4-1 0,-1 1 0,3-4 0,-1 2 0,3-4 0,-3 1 0,-2 3 0,-2 1 0,2-1 0,3-4 0,2-3 0,4-3 0,-2-7 0,2-2 0,0-5 0,15-17 0,19-17 0,23-21 0,21-18 0,16-8 0,3-5 0,-5 3 0,-11 10 0,-10 11 0,-13 14 0,-7 8 0,-5 11 0,-6 2 0,-8 5 0,-10 8 0,-7 7 0,-4 6 0,-5 6 0,-1-2 0,-6-3 0,-1 1 0,1 1 0,-3-2 0,1 1 0,1 1 0,2 3 0,-2 1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2T04:14:43.911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72961.04688"/>
      <inkml:brushProperty name="anchorY" value="-23713.50977"/>
      <inkml:brushProperty name="scaleFactor" value="0.5"/>
    </inkml:brush>
  </inkml:definitions>
  <inkml:trace contextRef="#ctx0" brushRef="#br0">4207 112 24575,'0'0'0,"-8"0"0,-19 0 0,-22 0 0,-17 0 0,-7 0 0,-13-5 0,-5 1 0,-14-5 0,-11 0 0,-7 2 0,-10-7 0,9 1 0,8 2 0,14 3 0,13 3 0,14-3 0,7 2 0,6 1 0,10 2 0,0 1 0,8 0 0,2 2 0,2 0 0,4 0 0,-5 0 0,4 1 0,2-1 0,0 0 0,3 0 0,-1 0 0,-3 0 0,3 0 0,-3 0 0,-6 0 0,-2 0 0,3 0 0,4 0 0,0 0 0,4 0 0,3 0 0,3 0 0,-2 0 0,2 0 0,-4 0 0,-3 4 0,1 1 0,2 4 0,3-1 0,1 3 0,3-1 0,1-2 0,1-2 0,0-2 0,1-3 0,-1 0 0,1 4 0,-1 3 0,0 1 0,1 3 0,-1-1 0,0-2 0,0-3 0,0 2 0,0-1 0,0 2 0,1-1 0,-1-1 0,0 2 0,0-1 0,0-2 0,-4 3 0,-1-2 0,5 3 0,-3-1 0,0-1 0,-4-3 0,1 3 0,0-2 0,2 3 0,1 0 0,1-2 0,1 2 0,-3 3 0,-1-2 0,-3-1 0,0-2 0,6 1 0,-3-1 0,1 3 0,2-2 0,-4 4 0,0-3 0,1-1 0,-3-3 0,-4-1 0,2-2 0,5 3 0,-1-1 0,2 4 0,0 0 0,3-1 0,-1-2 0,2-2 0,0 3 0,0 0 0,1 3 0,-1-1 0,5 3 0,-1-1 0,1 2 0,3 3 0,4 1 0,-1 3 0,2 2 0,-1 0 0,1 1 0,-2 1 0,2-1 0,1 5 0,3-1 0,2 5 0,1 0 0,2-2 0,0-2 0,0-2 0,1-1 0,-1-1 0,0 0 0,0 3 0,5 4 0,0 1 0,3 3 0,0-2 0,4-6 0,2-2 0,-2-3 0,-1 0 0,0-5 0,-1-1 0,1 1 0,3-3 0,-2 1 0,1-3 0,-1 2 0,1-3 0,-3 2 0,2-2 0,-2 2 0,2-2 0,2-3 0,-1 3 0,1-3 0,2-1 0,-3 3 0,2-2 0,0 3 0,3-1 0,2-2 0,0-2 0,-3 3 0,0-2 0,1-1 0,5 4 0,5-2 0,2 3 0,3-1 0,4 2 0,-1-1 0,5-3 0,2-1 0,-2-3 0,0-1 0,-5-1 0,1-1 0,5-1 0,-3 1 0,6 0 0,-4-1 0,5 1 0,1 0 0,-1 0 0,5 0 0,-1 0 0,-5 0 0,-1 0 0,-6 0 0,-1 0 0,-3 0 0,-5 0 0,2-5 0,-2 1 0,-1 0 0,1-4 0,0 0 0,-1 2 0,-2 2 0,-2 1 0,-1 1 0,0 1 0,-1 1 0,-1 0 0,1 0 0,0 1 0,-5-1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2T04:14:45.906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69599.15625"/>
      <inkml:brushProperty name="anchorY" value="-24032.62695"/>
      <inkml:brushProperty name="scaleFactor" value="0.5"/>
    </inkml:brush>
  </inkml:definitions>
  <inkml:trace contextRef="#ctx0" brushRef="#br0">0 210 24575,'0'0'0,"4"0"0,6 4 0,3 0 0,4 5 0,3 0 0,1-2 0,2-2 0,-1 4 0,1-3 0,0 0 0,-1-2 0,1-2 0,-1-1 0,0 0 0,0-1 0,0 0 0,0-5 0,-5-4 0,0 0 0,1 0 0,-5-2 0,2-2 0,1-3 0,6-2 0,-3-2 0,1-2 0,0 0 0,1 0 0,-5-1 0,1 5 0,1 5 0,-5 0 0,-2-1 0,0 3 0,-3 2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2T04:14:49.859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71238.25781"/>
      <inkml:brushProperty name="anchorY" value="-24839.42578"/>
      <inkml:brushProperty name="scaleFactor" value="0.5"/>
    </inkml:brush>
  </inkml:definitions>
  <inkml:trace contextRef="#ctx0" brushRef="#br0">0 1 24575,'0'0'0,"4"0"0,9 0 0,14 0 0,4 0 0,10 0 0,8 0 0,-2 0 0,1 0 0,-6 0 0,-5 0 0,-1 0 0,-5 0 0,-2 0 0,-3 0 0,-2 0 0,-2 0 0,0 0 0,0 0 0,-1 0 0,-4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2T04:14:51.199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72842.86719"/>
      <inkml:brushProperty name="anchorY" value="-25855.42578"/>
      <inkml:brushProperty name="scaleFactor" value="0.5"/>
    </inkml:brush>
  </inkml:definitions>
  <inkml:trace contextRef="#ctx0" brushRef="#br0">23 0 24575,'0'0'0,"0"8"0,0 6 0,0 4 0,0 7 0,0 2 0,0 5 0,0 0 0,0-2 0,0-2 0,0-2 0,-4-1 0,-1-2 0,1-1 0,0 0 0,1-1 0,2 1 0,0-1 0,0 1 0,1 0 0,0-1 0,1 1 0,-1 0 0,0 0 0,0-4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2T04:14:53.781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71805.04688"/>
      <inkml:brushProperty name="anchorY" value="-25383.57031"/>
      <inkml:brushProperty name="scaleFactor" value="0.5"/>
    </inkml:brush>
  </inkml:definitions>
  <inkml:trace contextRef="#ctx0" brushRef="#br0">1 505 24575,'0'0'0,"3"-4"0,11-1 0,13-8 0,8-9 0,10-12 0,9-6 0,2-5 0,-10 3 0,-2 3 0,-7 5 0,-10 5 0,-9 3 0,-3 3 0,-1 1 0,1 5 0,-3 1 0,2-1 0,1 4 0,-2-1 0,1 3 0,-2-2 0,1-1 0,-3 2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2T04:14:57.922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73374.27344"/>
      <inkml:brushProperty name="anchorY" value="-25894.57031"/>
      <inkml:brushProperty name="scaleFactor" value="0.5"/>
    </inkml:brush>
  </inkml:definitions>
  <inkml:trace contextRef="#ctx0" brushRef="#br0">0 291 24575,'0'0'0,"12"0"0,20 0 0,22 0 0,19 0 0,17 0 0,15-4 0,8 0 0,-1-1 0,-8 1 0,-6 2 0,-5 0 0,-8 1 0,-15 1 0,-10 4 0,-9 1 0,-10-1 0,-2 0 0,-3-1 0,2-1 0,1 3 0,-4 1 0,-2-2 0,-4 0 0,-2-1 0,-3-2 0,-1 0 0,-2 3 0,1 1 0,-1-1 0,0 0 0,1-2 0,-1 0 0,1-2 0,4 1 0,0-1 0,1 0 0,-2-1 0,0 1 0,-1 0 0,-2 0 0,5 0 0,4 0 0,4 0 0,-1 0 0,-1 0 0,-3 0 0,1 0 0,3 0 0,3 0 0,2 0 0,2 0 0,2 0 0,9-4 0,6-1 0,4 1 0,3 0 0,6-3 0,5 0 0,-4-2 0,-1-5 0,-3 3 0,4-3 0,-6 2 0,-1 3 0,0-1 0,-5 1 0,-5-1 0,1 1 0,0 2 0,-5 2 0,-4 2 0,-2 2 0,-1 0 0,3 1 0,-4 0 0,0 1 0,4-1 0,-1 0 0,1 1 0,4-1 0,-5 0 0,-1 0 0,-1 0 0,4-5 0,3 1 0,6-1 0,-1-3 0,2 0 0,2-2 0,-6 1 0,1 1 0,-4 3 0,-1 1 0,-3 3 0,-6 0 0,-1 1 0,-1 0 0,-3 0 0,4 1 0,6-1 0,-2 0 0,0 1 0,-5-1 0,1 0 0,3 0 0,-3 0 0,1 0 0,4 0 0,2 0 0,-5 0 0,0 0 0,0 0 0,0 0 0,-5 0 0,1 0 0,-4 0 0,-3 0 0,1 0 0,2-5 0,3 1 0,-3-1 0,3 2 0,-3 0 0,1 1 0,-2 1 0,-3 1 0,-3 0 0,-1 0 0,-3 0 0,-1-4 0,0 0 0,-1 0 0,1 0 0,-1 1 0,1 2 0,-1 0 0,1 0 0,0 1 0,0 0 0,0 1 0,0-1 0,-1 0 0,1 0 0,0 0 0,0 0 0,0 0 0,0 0 0,0 0 0,0 0 0,4 0 0,0 0 0,1 0 0,-2 0 0,0 0 0,-1 0 0,-2 0 0,1 0 0,3 0 0,0-4 0,1-1 0,-2 1 0,4 0 0,3 2 0,4-5 0,-1 2 0,-2 0 0,-3 1 0,-3 1 0,2 2 0,-2 0 0,0 1 0,-2 0 0,-1-4 0,-1-1 0,0 1 0,-6-4 0,-4 1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2T04:15:02.864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65161.68359"/>
      <inkml:brushProperty name="anchorY" value="-21295.49609"/>
      <inkml:brushProperty name="scaleFactor" value="0.5"/>
    </inkml:brush>
  </inkml:definitions>
  <inkml:trace contextRef="#ctx0" brushRef="#br0">0 87 24505,'6197'-86'0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2T04:15:05.647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88623.96094"/>
      <inkml:brushProperty name="anchorY" value="-27548.47266"/>
      <inkml:brushProperty name="scaleFactor" value="0.5"/>
    </inkml:brush>
  </inkml:definitions>
  <inkml:trace contextRef="#ctx0" brushRef="#br0">1 415 24575,'0'0'0,"4"0"0,5 4 0,4 5 0,0 4 0,2 0 0,-2 2 0,-3 2 0,-3 2 0,1-3 0,-1 0 0,2 1 0,3 2 0,0 0 0,1 2 0,3-4 0,1-4 0,3-5 0,1-2 0,-4-8 0,0-7 0,1-9 0,9-13 0,15-12 0,18-18 0,13-8 0,1-4 0,-3-1 0,-11 14 0,-12 6 0,-5 16 0,-8 7 0,-5 7 0,-4 4 0,-8 1 0,-1 5 0,0 4 0,-5 3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2T04:15:11.499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72451.44531"/>
      <inkml:brushProperty name="anchorY" value="-22519.9082"/>
      <inkml:brushProperty name="scaleFactor" value="0.5"/>
    </inkml:brush>
  </inkml:definitions>
  <inkml:trace contextRef="#ctx0" brushRef="#br0">1 329 24575,'5233'-328'0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2T04:15:19.536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96788.46875"/>
      <inkml:brushProperty name="anchorY" value="-28819.50391"/>
      <inkml:brushProperty name="scaleFactor" value="0.5"/>
    </inkml:brush>
  </inkml:definitions>
  <inkml:trace contextRef="#ctx0" brushRef="#br0">1 29 24575,'0'0'0,"4"0"0,5 4 0,9 9 0,3 9 0,8 5 0,-4 0 0,0 1 0,-6-1 0,-1-2 0,0-1 0,0 0 0,-3-2 0,0 0 0,1-5 0,-2 0 0,-4 0 0,-3 2 0,1-5 0,-2 2 0,4-4 0,2-3 0,0 1 0,-3 2 0,2-1 0,2-3 0,3-2 0,2-2 0,-3-7 0,2 0 0,0-6 0,2-8 0,5-9 0,10-6 0,10-6 0,3-4 0,3-2 0,-4 3 0,-6 9 0,-6 5 0,-5 3 0,-8 3 0,-3 5 0,-1 1 0,-4-1 0,1 3 0,1 4 0,1 3 0,-2-2 0,1 2 0,-3-4 0,-3 2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2T04:15:21.055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98780.66406"/>
      <inkml:brushProperty name="anchorY" value="-29807.19141"/>
      <inkml:brushProperty name="scaleFactor" value="0.5"/>
    </inkml:brush>
  </inkml:definitions>
  <inkml:trace contextRef="#ctx0" brushRef="#br0">0 460 24575,'0'0'0,"4"0"0,6 0 0,3 5 0,4-1 0,-1 5 0,5-1 0,1-1 0,2-1 0,0-3 0,-1-1 0,0-1 0,0 0 0,0-2 0,-1 1 0,0-5 0,0 1 0,0-10 0,4-12 0,4-8 0,-3-10 0,3-1 0,-2-5 0,3 4 0,-1 1 0,-5 6 0,-7 4 0,-2 10 0,-5 3 0,1 3 0,-4 1 0,-1-1 0,-3 4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2T04:15:23.788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100430.41406"/>
      <inkml:brushProperty name="anchorY" value="-30363.04688"/>
      <inkml:brushProperty name="scaleFactor" value="0.5"/>
    </inkml:brush>
  </inkml:definitions>
  <inkml:trace contextRef="#ctx0" brushRef="#br0">1 450 24575,'0'0'0,"3"0"0,3 5 0,-2 4 0,0 4 0,3 4 0,0 3 0,2-3 0,4-3 0,-1-1 0,2 2 0,-3 1 0,-2 2 0,-2 2 0,1-4 0,2-3 0,5-4 0,2-4 0,-3-7 0,3-2 0,-4-4 0,1-1 0,1 1 0,7-7 0,10-7 0,10-7 0,5-7 0,3 1 0,0-3 0,3-2 0,4-2 0,2 0 0,-5-2 0,-3 5 0,-4 3 0,-6 10 0,-6 4 0,-5 2 0,-4 5 0,-7 1 0,-2 4 0,-1-2 0,-3-2 0,1 2 0,0 3 0,3-2 0,-3-1 0,-7 1 0,-4-3 0,-7 4 0,-2 1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2T04:15:25.656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102495.80469"/>
      <inkml:brushProperty name="anchorY" value="-30928.88867"/>
      <inkml:brushProperty name="scaleFactor" value="0.5"/>
    </inkml:brush>
  </inkml:definitions>
  <inkml:trace contextRef="#ctx0" brushRef="#br0">0 0 24575,'0'0'0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2T04:15:25.873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103511.80469"/>
      <inkml:brushProperty name="anchorY" value="-31944.88867"/>
      <inkml:brushProperty name="scaleFactor" value="0.5"/>
    </inkml:brush>
  </inkml:definitions>
  <inkml:trace contextRef="#ctx0" brushRef="#br0">0 0 24575,'0'0'0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2T04:15:27.572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104527.80469"/>
      <inkml:brushProperty name="anchorY" value="-32960.88672"/>
      <inkml:brushProperty name="scaleFactor" value="0.5"/>
    </inkml:brush>
  </inkml:definitions>
  <inkml:trace contextRef="#ctx0" brushRef="#br0">0 52 24575,'0'0'0,"19"0"0,59 0 0,51 0 0,41 0 0,30 0 0,5 0-1322,-12 0 1700,-25 0-567,-33 0 512,-27 0-415,-21 0 138,-18 0-46,-14 0 0,-12 0 0,-1 0 999,-6 0-1284,-4 0 427,0 0-142,-3 0 0,3 0 0,-2 0 0,-1 0 0,-3 0 0,-1 0 0,-2 0 0,0 0 0,3 0 0,0 0 0,4 0 0,0 0 0,3 0 0,-1 0 0,-2 0 0,-3 0 0,3 0 0,3-4 0,-1 0 0,-2-1 0,-2-3 0,-2 1 0,-2 1 0,-1 1 0,-1 2 0,-1 2 0,1 0 0,-1 1 0,1 0 0,-1 0 0,1 0 0,0 1 0,0-1 0,0 0 0,-5-4 0,-4-1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2T04:15:38.205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108269.14844"/>
      <inkml:brushProperty name="anchorY" value="-33924.68359"/>
      <inkml:brushProperty name="scaleFactor" value="0.5"/>
    </inkml:brush>
  </inkml:definitions>
  <inkml:trace contextRef="#ctx0" brushRef="#br0">1 287 24575,'0'0'0,"7"0"0,25 0 0,30 0 0,30-9 0,17 0 0,26 0 0,14 2 0,-1 2 0,4 1 0,-4 3 0,9 0 0,-4 1 0,1 0 0,0 0 0,12-4 0,9 0 0,5-5 0,-11 1 0,-18 1 0,-14-3 0,-18-2 0,-9 1 0,-9 1 0,-2 0 0,4-3 0,-6-3 0,-3-2 0,-3 2 0,-2 4 0,4-1 0,-6-1 0,4 2 0,0-1 0,-10 2 0,-4 3 0,-2 2 0,-6 3 0,-4 2 0,-1 0 0,-5 1 0,0 1 0,-4-1 0,-3 1 0,1-1 0,2 0 0,-1 0 0,3 1 0,-3-1 0,-2 0 0,2 4 0,-2 0 0,-2 1 0,2 3 0,3-1 0,-1-1 0,3-1 0,2-2 0,-6-2 0,1 0 0,1-1 0,-6 0 0,-1 0 0,1 0 0,-1 4 0,-1 0 0,0 0 0,-6 0 0,-1-2 0,0 0 0,-4 3 0,5 0 0,5 0 0,-2 3 0,4-1 0,0-1 0,1-1 0,-2-2 0,3-1 0,0-2 0,4 1 0,-6-2 0,2 1 0,-1 0 0,-1 4 0,3 0 0,4 5 0,3-1 0,-1-1 0,2 3 0,1-2 0,-2-2 0,6 3 0,-4-1 0,2-2 0,-4-2 0,0 3 0,2-1 0,-3-1 0,1-2 0,-7 0 0,-3-2 0,1 0 0,-5-1 0,-2 0 0,0 0 0,-5-1 0,-4 1 0,-4 0 0,1 0 0,3 0 0,2 0 0,-1 0 0,2 0 0,-2 0 0,-3 0 0,-3 0 0,-2 0 0,-2 0 0,-2 0 0,0 0 0,-1 0 0,1 0 0,-5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2T04:15:40.225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117537.9375"/>
      <inkml:brushProperty name="anchorY" value="-34874.48047"/>
      <inkml:brushProperty name="scaleFactor" value="0.5"/>
    </inkml:brush>
  </inkml:definitions>
  <inkml:trace contextRef="#ctx0" brushRef="#br0">1 456 24575,'0'0'0,"0"4"0,0 5 0,0 9 0,4-1 0,1 3 0,3 1 0,5 0 0,-2 1 0,-1 0 0,2-4 0,-3-1 0,3 1 0,-3 0 0,3-3 0,2-4 0,3-3 0,1-4 0,2-2 0,-2-5 0,-5-7 0,0 1 0,6-9 0,10-11 0,11-11 0,14-15 0,8-3 0,5-5 0,7 2 0,0-1 0,-8 8 0,-7 4 0,-7 13 0,-4 6 0,-12 6 0,-6 8 0,-6 1 0,-2 5 0,-2 4 0,-5-1 0,1-3 0,-5-3 0,-3-3 0,-2 3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2T04:15:58.695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119603.85156"/>
      <inkml:brushProperty name="anchorY" value="-35435.48438"/>
      <inkml:brushProperty name="scaleFactor" value="0.5"/>
    </inkml:brush>
  </inkml:definitions>
  <inkml:trace contextRef="#ctx0" brushRef="#br0">0 203 24575,'0'0'0,"4"4"0,5 1 0,0 4 0,4 3 0,2 4 0,3-1 0,-2 1 0,0 1 0,1-2 0,-2 0 0,-5 2 0,2-4 0,1-3 0,3 2 0,-3 1 0,2-2 0,1-3 0,2-2 0,2-2 0,0-2 0,-2-5 0,-1-2 0,9-8 0,6-5 0,1-7 0,8-7 0,3 0 0,1 0 0,-3 2 0,0 3 0,-1 1 0,-4 3 0,-4 4 0,-4 2 0,-3 4 0,-7 0 0,-1 3 0,-1 3 0,-3-2 0,0-2 0,1 0 0,-3-2 0,-7 3 0,-3-3 0,-2 3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2T04:16:18.850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132187.46875"/>
      <inkml:brushProperty name="anchorY" value="-38316.87109"/>
      <inkml:brushProperty name="scaleFactor" value="0.5"/>
    </inkml:brush>
  </inkml:definitions>
  <inkml:trace contextRef="#ctx0" brushRef="#br0">677 0 24575,'0'0'0,"-4"0"0,-6 0 0,-3 0 0,-4 0 0,-3 0 0,-6 0 0,-1 0 0,0 0 0,-4 0 0,2 0 0,0 0 0,2 0 0,2 0 0,1 0 0,1 0 0,1 0 0,1 0 0,-1 0 0,0 0 0,1 0 0,-1 0 0,0 0 0,1 0 0,-1 0 0,0 0 0,0 0 0,0 0 0,0 0 0,0 0 0,0 0 0,5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2T04:16:21.983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130495.1875"/>
      <inkml:brushProperty name="anchorY" value="-37300.87109"/>
      <inkml:brushProperty name="scaleFactor" value="0.5"/>
    </inkml:brush>
  </inkml:definitions>
  <inkml:trace contextRef="#ctx0" brushRef="#br0">184 1 24575,'0'0'0,"-4"0"0,-1 4 0,-4 1 0,-3 4 0,0 3 0,-2 0 0,2 2 0,-1-2 0,-3-3 0,-1-2 0,-2-3 0,3 2 0,-1-1 0,4 4 0,8-1 0,8-2 0,6-1 0,7-2 0,3-1 0,-1 3 0,0 4 0,-3 4 0,0-1 0,1-1 0,-3 1 0,-3 2 0,1-2 0,-3 2 0,-1 1 0,-3-1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2T04:16:26.226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129477.25"/>
      <inkml:brushProperty name="anchorY" value="-36547.47656"/>
      <inkml:brushProperty name="scaleFactor" value="0.5"/>
    </inkml:brush>
  </inkml:definitions>
  <inkml:trace contextRef="#ctx0" brushRef="#br0">1 1 24575,'0'0'0,"4"0"0,9 0 0,5 0 0,8 0 0,11 0 0,0 0 0,4 0 0,2 0 0,0 0 0,-3 0 0,-4 0 0,-1 0 0,1 0 0,2 0 0,-3 0 0,-2 0 0,-4 0 0,-3 0 0,-2 0 0,-1 0 0,-1 0 0,-1 0 0,0 0 0,1 0 0,-1 0 0,1 0 0,-1 0 0,1 0 0,0 0 0,0 0 0,0 0 0,0 0 0,0 0 0,0 0 0,0 0 0,-5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2T04:16:29.656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131453.3125"/>
      <inkml:brushProperty name="anchorY" value="-37563.47656"/>
      <inkml:brushProperty name="scaleFactor" value="0.5"/>
    </inkml:brush>
  </inkml:definitions>
  <inkml:trace contextRef="#ctx0" brushRef="#br0">0 1 24575,'0'0'0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2T04:16:32.983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105975.45313"/>
      <inkml:brushProperty name="anchorY" value="-30863.58203"/>
      <inkml:brushProperty name="scaleFactor" value="0.5"/>
    </inkml:brush>
  </inkml:definitions>
  <inkml:trace contextRef="#ctx0" brushRef="#br0">1 0 24575,'1424'0'0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2T04:16:47.901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134866.40625"/>
      <inkml:brushProperty name="anchorY" value="-39595.47656"/>
      <inkml:brushProperty name="scaleFactor" value="0.5"/>
    </inkml:brush>
  </inkml:definitions>
  <inkml:trace contextRef="#ctx0" brushRef="#br0">0 347 24575,'0'0'0,"4"0"0,5 0 0,5 0 0,3 0 0,2 0 0,3 0 0,0 0 0,1 0 0,0 0 0,-1 0 0,-4 4 0,0 1 0,0-1 0,0 0 0,1-1 0,1-2 0,1 5 0,1-2 0,0 1 0,0-2 0,0 0 0,0-2 0,0 0 0,0-1 0,0 0 0,-4 5 0,-1-1 0,-4 4 0,1 0 0,0-1 0,3-1 0,1-3 0,2-1 0,1 4 0,1-1 0,0-1 0,0 0 0,0-2 0,0 0 0,0-2 0,0 1 0,0-1 0,0-1 0,0 1 0,0 0 0,0 0 0,0 0 0,0 0 0,0 0 0,-1 0 0,1 0 0,0 0 0,5 0 0,3 0 0,1 0 0,-1 0 0,-1 0 0,1 0 0,4 0 0,2-5 0,4 0 0,1 1 0,2 0 0,-3 1 0,-5 1 0,-4 1 0,-4 1 0,2-4 0,-2-1 0,4 1 0,-2 1 0,0 0 0,-3-3 0,-1 1 0,-1 0 0,3 1 0,-1 2 0,0 0 0,0 2 0,-2-1 0,-1 2 0,0-1 0,-1 0 0,0 0 0,-5-4 0,0 0 0,1-1 0,-1 2 0,7 0 0,1 1 0,0 1 0,0 1 0,0 0 0,-2 0 0,1 0 0,-2 0 0,0 1 0,0-1 0,0 0 0,0 0 0,-1 0 0,1 0 0,0 0 0,0 0 0,0 0 0,0 0 0,-1 0 0,1 0 0,0 0 0,-4-5 0,-1 1 0,0 0 0,2 0 0,0 1 0,1 2 0,1 0 0,1 0 0,-1 1 0,2 0 0,-1 0 0,0 1 0,0-1 0,0 0 0,-5-4 0,1-1 0,-5-4 0,0 1 0,2 1 0,-2-3 0,0 2 0,-2-3 0,2 1 0,1 3 0,-1-2 0,-4-3 0,2 1 0,-2-2 0,-2-3 0,-3-1 0,-1-2 0,2-2 0,0-1 0,4 5 0,-1-1 0,-1 0 0,2 4 0,-1-1 0,-1-1 0,1 3 0,0 3 0,-2 3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2T04:16:56.051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111169.41406"/>
      <inkml:brushProperty name="anchorY" value="-32211.57617"/>
      <inkml:brushProperty name="scaleFactor" value="0.5"/>
    </inkml:brush>
  </inkml:definitions>
  <inkml:trace contextRef="#ctx0" brushRef="#br0">0 1 24575,'1160'0'0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2T04:16:59.986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141095.64063"/>
      <inkml:brushProperty name="anchorY" value="-41280.46875"/>
      <inkml:brushProperty name="scaleFactor" value="0.5"/>
    </inkml:brush>
  </inkml:definitions>
  <inkml:trace contextRef="#ctx0" brushRef="#br0">0 1 24575,'0'0'0,"0"4"0,0 5 0,0 4 0,0 4 0,0 3 0,0 1 0,0 2 0,0-1 0,0 1 0,0 0 0,0-1 0,4-4 0,5-5 0,0 0 0,4 1 0,-3 2 0,-1 1 0,2 2 0,2 2 0,-2 0 0,-2 1 0,2 1 0,-2-1 0,2-4 0,2-5 0,-1 0 0,-3 1 0,2-3 0,2-2 0,-1 1 0,1 2 0,3-1 0,1 2 0,2-2 0,2-2 0,-4 1 0,0-2 0,1 2 0,1-1 0,0-2 0,2 2 0,0 3 0,0-1 0,1-2 0,0 2 0,1-3 0,3-1 0,1 2 0,-1-2 0,0-1 0,-2-2 0,0-1 0,-1-2 0,-1 0 0,0-1 0,0 0 0,-1-1 0,1 1 0,0 0 0,0-1 0,-1 1 0,1 0 0,0 0 0,0 0 0,0 0 0,0 0 0,0 0 0,0 0 0,-5-4 0,1-1 0,-1 1 0,-3-4 0,0 1 0,2-4 0,1 2 0,2 1 0,-3-2 0,1 2 0,-4-2 0,0 1 0,2 1 0,-2-1 0,1 1 0,-3-2 0,-2-3 0,1 1 0,2 3 0,3 2 0,-2-2 0,2 2 0,1-3 0,2 2 0,-2-4 0,0 3 0,-3-3 0,0-2 0,2 2 0,2 2 0,2 3 0,1-2 0,-4-2 0,2 1 0,-1 2 0,2-3 0,0 3 0,2-3 0,0 2 0,1 1 0,-5-1 0,1 1 0,0-2 0,0 1 0,-3-2 0,0 1 0,2 3 0,1-3 0,1 2 0,2-3 0,0 2 0,0 2 0,-3-2 0,0 1 0,-1-3 0,2 3 0,-4-4 0,1 3 0,0 1 0,2 3 0,1-3 0,2 2 0,-5-4 0,2 2 0,3 1 0,2 2 0,6-3 0,-1-2 0,1 0 0,-2 2 0,-2 2 0,-1-3 0,-1 3 0,0 0 0,-1 2 0,-1-2 0,5 0 0,0 1 0,5 1 0,-1 2 0,-1 0 0,-2 2 0,-1 0 0,-2 0 0,-2 0 0,1 0 0,-2 0 0,1 0 0,-1 1 0,1-1 0,0 0 0,-1 0 0,1 0 0,-4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2T04:17:32.147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144910.98438"/>
      <inkml:brushProperty name="anchorY" value="-42318.23047"/>
      <inkml:brushProperty name="scaleFactor" value="0.5"/>
    </inkml:brush>
  </inkml:definitions>
  <inkml:trace contextRef="#ctx0" brushRef="#br0">3142 1 24575,'0'0'0,"0"4"0,0 5 0,0 5 0,0 3 0,0 2 0,0 3 0,0 0 0,0 1 0,0 0 0,0-1 0,0 1 0,0-1 0,0 0 0,-4-4 0,-1-1 0,0 1 0,2 0 0,0 1 0,1 1 0,1 1 0,-4-4 0,1 1 0,-5-5 0,1 1 0,1 1 0,-2-3 0,1 2 0,1 1 0,-1 2 0,-4-2 0,1 1 0,-2 1 0,2 1 0,2 1 0,-1-2 0,-3-1 0,3 2 0,1 0 0,-2-3 0,3 1 0,-3-3 0,2 0 0,-3 2 0,-2 1 0,-2 3 0,-3 1 0,-1 1 0,-2 1 0,1 0 0,-2 0 0,1-4 0,4 0 0,0-5 0,5 1 0,-1-4 0,-1-2 0,3 1 0,-2-1 0,-1 2 0,-2-2 0,-2-1 0,3 2 0,-1-1 0,4 2 0,-1-1 0,-1-2 0,-2 2 0,-2-1 0,-1-2 0,-1-1 0,0 2 0,-1-1 0,-1-1 0,1 3 0,0-1 0,0 3 0,-5-1 0,1-2 0,-5 3 0,1 2 0,-3-1 0,5 2 0,3-2 0,2-3 0,1-2 0,0-2 0,2-2 0,-1-2 0,-1 0 0,1 0 0,-1-1 0,0 1 0,1-1 0,-1 1 0,0 0 0,4-4 0,5-5 0,0 0 0,-1 1 0,3-3 0,-2-2 0,-1 1 0,-3 3 0,-6-2 0,-2 2 0,3-2 0,1 2 0,-3 1 0,3-1 0,1 1 0,-1 2 0,1 2 0,0-3 0,-1 1 0,0-3 0,-1 1 0,0 1 0,0-3 0,0 3 0,0 0 0,-4 3 0,4-3 0,-5 1 0,-3-4 0,1-2 0,-1 0 0,3 2 0,1 3 0,-2 3 0,5-3 0,-4 2 0,1-4 0,1-4 0,1 2 0,1 2 0,-5 2 0,-3-1 0,-4-4 0,-4-3 0,-3-2 0,4 2 0,-2-1 0,4 3 0,9-1 0,3 3 0,-2-2 0,2 3 0,0 3 0,5-3 0,0 3 0,1-4 0,0 2 0,-1 2 0,-2-2 0,5-3 0,-1 2 0,0-3 0,-1 2 0,-2-2 0,0-2 0,-1 2 0,-1 3 0,5-1 0,-1 2 0,5-2 0,-1 2 0,-1-3 0,-2 3 0,3-3 0,-1-2 0,-1 2 0,2-2 0,-1-2 0,-1-2 0,3-1 0,-2-2 0,3 0 0,4-1 0,-2 4 0,-2 0 0,1 0 0,3 0 0,2-1 0,-3 3 0,3 4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2T04:17:33.958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140753.54688"/>
      <inkml:brushProperty name="anchorY" value="-41512.01563"/>
      <inkml:brushProperty name="scaleFactor" value="0.5"/>
    </inkml:brush>
  </inkml:definitions>
  <inkml:trace contextRef="#ctx0" brushRef="#br0">24 26 24575,'0'0'0,"0"4"0,0 10 0,0 4 0,0 7 0,-4-1 0,-1 0 0,0-1 0,2 0 0,0-1 0,1 0 0,1 0 0,1 0 0,0-9 0,0-9 0,0-9 0,0-7 0,0-6 0,0-3 0,0-2 0,1 0 0,-1-1 0,0 1 0,0-1 0,0 2 0,0 0 0,-1 0 0,6 4 0,4 5 0,4 5 0,5 3 0,6 3 0,2 6 0,1 5 0,3 1 0,0-1 0,-1-2 0,2-2 0,-5 2 0,2-1 0,-6 4 0,4-2 0,-2-2 0,1-1 0,-2 3 0,0-2 0,-4 4 0,-2 3 0,1-2 0,0-1 0,1-3 0,-3-3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2T04:17:40.317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116052.03906"/>
      <inkml:brushProperty name="anchorY" value="-35350.17969"/>
      <inkml:brushProperty name="scaleFactor" value="0.5"/>
    </inkml:brush>
  </inkml:definitions>
  <inkml:trace contextRef="#ctx0" brushRef="#br0">1 66 24575,'504'-66'0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2T04:17:37.717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142292.40625"/>
      <inkml:brushProperty name="anchorY" value="-42657.99609"/>
      <inkml:brushProperty name="scaleFactor" value="0.5"/>
    </inkml:brush>
  </inkml:definitions>
  <inkml:trace contextRef="#ctx0" brushRef="#br0">1 0 24575,'0'0'0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2T04:17:38.428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143308.40625"/>
      <inkml:brushProperty name="anchorY" value="-43673.99609"/>
      <inkml:brushProperty name="scaleFactor" value="0.5"/>
    </inkml:brush>
  </inkml:definitions>
  <inkml:trace contextRef="#ctx0" brushRef="#br0">1 502 24575,'0'0'0,"7"-3"0,16-11 0,13-9 0,11-7 0,1-3 0,1-3 0,0 1 0,-7-2 0,-5 3 0,-5 7 0,-5 8 0,-3 2 0,-6 1 0,-1 5 0,-1-2 0,-3-1 0,1 2 0,1 3 0,2-2 0,-3-2 0,1 2 0,2 2 0,1 2 0,-3-1 0,1 2 0,1 0 0,-3-2 0,1-3 0,1 1 0,1 2 0,2 1 0,-3 3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2T04:17:44.156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146600.20313"/>
      <inkml:brushProperty name="anchorY" value="-45181.10938"/>
      <inkml:brushProperty name="scaleFactor" value="0.5"/>
    </inkml:brush>
  </inkml:definitions>
  <inkml:trace contextRef="#ctx0" brushRef="#br0">66 0 24575,'0'0'0,"0"4"0,0 6 0,0 3 0,0 4 0,0 3 0,-5 1 0,1 2 0,-1 0 0,2-1 0,0 1 0,-3-5 0,1 0 0,0 0 0,-3-5 0,0 2 0,2 1 0,2 1 0,1 2 0,5-8 0,2-3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2T04:17:49.675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145525.95313"/>
      <inkml:brushProperty name="anchorY" value="-44493.85938"/>
      <inkml:brushProperty name="scaleFactor" value="0.5"/>
    </inkml:brush>
  </inkml:definitions>
  <inkml:trace contextRef="#ctx0" brushRef="#br0">260 0 24575,'0'0'0,"0"7"0,-4 17 0,-5 7 0,-4 3 0,0 9 0,-2-2 0,3-2 0,-3-5 0,4 0 0,2-3 0,4-3 0,-3-2 0,2-1 0,-4-3 0,3 0 0,0 0 0,2-1 0,2 1 0,-3-1 0,1 1 0,-4-1 0,1 1 0,1 0 0,-2-4 0,1-1 0,2 1 0,-3-5 0,1 2 0,2 1 0,2 1 0,-3-2 0,1 0 0,1 2 0,1-3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2T04:17:53.774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144250.48438"/>
      <inkml:brushProperty name="anchorY" value="-44266.41016"/>
      <inkml:brushProperty name="scaleFactor" value="0.5"/>
    </inkml:brush>
  </inkml:definitions>
  <inkml:trace contextRef="#ctx0" brushRef="#br0">1 0 24575,'0'0'0,"0"4"0,4 1 0,1 4 0,4 3 0,-1 4 0,0 3 0,-3 2 0,-1 1 0,-2 0 0,3-4 0,0 0 0,3-4 0,0 0 0,-1 1 0,2-2 0,3-4 0,4-3 0,2-2 0,2-2 0,1-1 0,1-6 0,0 0 0,1-4 0,-1 0 0,1-3 0,-1 2 0,-4-3 0,-5-2 0,-5-2 0,-3-2 0,-7 3 0,-6 4 0,-2-1 0,1 3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2T04:18:02.484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145589.8125"/>
      <inkml:brushProperty name="anchorY" value="-45361.5625"/>
      <inkml:brushProperty name="scaleFactor" value="0.5"/>
    </inkml:brush>
  </inkml:definitions>
  <inkml:trace contextRef="#ctx0" brushRef="#br0">0 322 24575,'0'0'0,"4"0"0,10 0 0,4-5 0,3-4 0,7 1 0,1-5 0,4 2 0,-1-2 0,-2 2 0,-6-2 0,1 2 0,0 3 0,3-1 0,-5-3 0,4-3 0,-1-3 0,-1 3 0,0-2 0,-1 4 0,-1-1 0,-1 3 0,0 3 0,-5-2 0,0-1 0,1 0 0,0 3 0,-3-3 0,0 3 0,2 2 0,-4-3 0,-7 1 0,-3 2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2T04:18:05.636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147271.96875"/>
      <inkml:brushProperty name="anchorY" value="-46056.17969"/>
      <inkml:brushProperty name="scaleFactor" value="0.5"/>
    </inkml:brush>
  </inkml:definitions>
  <inkml:trace contextRef="#ctx0" brushRef="#br0">1 0 24575,'0'0'0,"4"0"0,5 0 0,5 0 0,3 0 0,3 0 0,1 0 0,1 0 0,1 0 0,-4 5 0,-1-1 0,0 1 0,0-2 0,2 0 0,0-1 0,1-1 0,1-1 0,-1 0 0,1 0 0,0 0 0,0 0 0,-8-1 0,-10 1 0,-9 0 0,-3 4 0,-5 1 0,1 4 0,2 3 0,-2 0 0,3 3 0,2 1 0,2 2 0,-3 2 0,3 0 0,0 2 0,1 0 0,2 0 0,-4-4 0,1 0 0,0-5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2T04:18:09.164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148558.42188"/>
      <inkml:brushProperty name="anchorY" value="-47340.12109"/>
      <inkml:brushProperty name="scaleFactor" value="0.5"/>
    </inkml:brush>
  </inkml:definitions>
  <inkml:trace contextRef="#ctx0" brushRef="#br0">1 112 24575,'0'0'0,"4"0"0,5 0 0,9 0 0,8 0 0,7 0 0,10 0 0,3 0 0,3-5 0,4 1 0,4-1 0,-1-3 0,3 1 0,1 1 0,-3 2 0,3 0 0,0 3 0,-3 0 0,2 1 0,1-4 0,5-1 0,-1-3 0,0 0 0,0 1 0,-4-3 0,1 2 0,-1 1 0,-2 2 0,-4 3 0,-4 0 0,-6 1 0,-3 1 0,-6 1 0,-4-1 0,1 0 0,-3 1 0,-2-1 0,-2 0 0,3 0 0,4 0 0,3 0 0,4 0 0,2 0 0,-2 0 0,0 0 0,-3 0 0,-4 0 0,-4 0 0,-2 0 0,-3 0 0,-1 0 0,0 0 0,-1 0 0,0 0 0,0 0 0,1 0 0,0 0 0,-5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2T04:18:13.012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151870.625"/>
      <inkml:brushProperty name="anchorY" value="-48246.46484"/>
      <inkml:brushProperty name="scaleFactor" value="0.5"/>
    </inkml:brush>
  </inkml:definitions>
  <inkml:trace contextRef="#ctx0" brushRef="#br0">1 246 24575,'0'0'0,"0"4"0,0 5 0,0 5 0,0 3 0,0 2 0,4 3 0,0 0 0,1 1 0,-1 0 0,-2-1 0,0 1 0,-1-1 0,-1 0 0,0 0 0,4-4 0,5-5 0,4-5 0,4-3 0,3-3 0,-3-6 0,-4-5 0,1-1 0,1 1 0,-3-2 0,1 1 0,-2-1 0,6 1 0,6-7 0,3-6 0,5-7 0,9-6 0,3 1 0,-1 1 0,-4-2 0,0 8 0,-5 3 0,-7 2 0,1 6 0,-6 1 0,-2 0 0,0-1 0,-1 3 0,2-1 0,-5-1 0,2 2 0,-1 4 0,-2-2 0,-4-1 0,2 2 0,-8-2 0,-2 3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2T04:18:18.959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153637.60938"/>
      <inkml:brushProperty name="anchorY" value="-49016.83984"/>
      <inkml:brushProperty name="scaleFactor" value="0.5"/>
    </inkml:brush>
  </inkml:definitions>
  <inkml:trace contextRef="#ctx0" brushRef="#br0">0 0 24575,'0'0'0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2T04:18:27.572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123722.89063"/>
      <inkml:brushProperty name="anchorY" value="-40026.27344"/>
      <inkml:brushProperty name="scaleFactor" value="0.5"/>
    </inkml:brush>
  </inkml:definitions>
  <inkml:trace contextRef="#ctx0" brushRef="#br0">0 13 24575,'1052'0'0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2T04:18:47.401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156591"/>
      <inkml:brushProperty name="anchorY" value="-51092.28906"/>
      <inkml:brushProperty name="scaleFactor" value="0.5"/>
    </inkml:brush>
  </inkml:definitions>
  <inkml:trace contextRef="#ctx0" brushRef="#br0">0 0 24575,'0'0'0,"4"0"0,5 0 0,5 0 0,3 0 0,2 0 0,3 0 0,0 0 0,1 0 0,0 0 0,-1 0 0,1 0 0,-1 0 0,0 0 0,0 0 0,0 0 0,0 0 0,0 0 0,0 0 0,0 0 0,-1 0 0,1 0 0,0 0 0,0 0 0,0 0 0,-4 5 0,-5-1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2T04:18:51.675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158120.48438"/>
      <inkml:brushProperty name="anchorY" value="-52117.51953"/>
      <inkml:brushProperty name="scaleFactor" value="0.5"/>
    </inkml:brush>
  </inkml:definitions>
  <inkml:trace contextRef="#ctx0" brushRef="#br0">1 119 24575,'0'0'0,"4"0"0,10 0 0,4 0 0,8 0 0,2 0 0,5 0 0,8 0 0,3 0 0,2 0 0,1 0 0,-4 0 0,-6 0 0,-5 0 0,-4 0 0,-3 0 0,-3 0 0,-1 0 0,0 0 0,0 0 0,0 0 0,1 0 0,-1 0 0,1 0 0,-1 0 0,1 0 0,0 0 0,0 0 0,0 0 0,0 0 0,0 0 0,0 0 0,0 0 0,0 0 0,4 0 0,0 0 0,1 0 0,3 0 0,-1 0 0,3 0 0,-1 0 0,-1 0 0,-3 0 0,-2 0 0,-1 0 0,-1 0 0,-1 0 0,-1 0 0,1 0 0,-1 0 0,1 0 0,4 0 0,0 0 0,5 0 0,-1 0 0,-1 0 0,-2 0 0,-1 0 0,-2 0 0,-1 0 0,-1 0 0,-5-4 0,1 0 0,-1-1 0,0 2 0,2 0 0,1 1 0,1 1 0,1 1 0,0 0 0,0 0 0,0 0 0,0 0 0,0 1 0,0-1 0,0 0 0,0 0 0,0 0 0,-1 0 0,1 0 0,0 0 0,0 0 0,0 0 0,0 0 0,0 0 0,4 0 0,5 0 0,4 0 0,8 0 0,3 0 0,2 0 0,0 0 0,0 0 0,-2 0 0,0 0 0,-6 0 0,4 0 0,0 0 0,-4-5 0,0 1 0,-4-1 0,0-3 0,1 1 0,2 1 0,-3 1 0,1-3 0,-3 2 0,1 1 0,2 1 0,2 1 0,-3 2 0,1 0 0,2 1 0,-3 0 0,0 1 0,7-1 0,-4 0 0,3 0 0,-5 0 0,-4 1 0,1-1 0,-4 0 0,-1 0 0,-3 0 0,2 0 0,4 0 0,-1 0 0,-1 0 0,-2 0 0,-3 0 0,-1 0 0,-1 0 0,0 0 0,-2 0 0,1 0 0,-1 0 0,1 0 0,-1 0 0,1 0 0,0 0 0,0 0 0,0 0 0,0 0 0,-1 0 0,-3-5 0,-1 1 0,1-1 0,0 2 0,1 0 0,2 1 0,-1 1 0,2 1 0,0 0 0,0 0 0,0 0 0,0 0 0,0 1 0,0-1 0,0 0 0,0 0 0,0 0 0,0 0 0,0 0 0,0 0 0,0 0 0,0 0 0,-1 0 0,-3-5 0,-5 1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2T04:16:13.311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121526.375"/>
      <inkml:brushProperty name="anchorY" value="-36248.89844"/>
      <inkml:brushProperty name="scaleFactor" value="0.5"/>
    </inkml:brush>
  </inkml:definitions>
  <inkml:trace contextRef="#ctx0" brushRef="#br0">0 2 24575,'0'0'0,"15"0"0,14 0 0,11 0 0,10 0 0,8 0 0,-3 0 0,2 0 0,-2 0 0,-8 0 0,-7 0 0,-6 0 0,-6 0 0,1 0 0,-3 0 0,0 0 0,-2 0 0,-1 5 0,0 0 0,-1-1 0,0 0 0,-1-1 0,1-1 0,0-1 0,-1-1 0,1 0 0,0 0 0,0 0 0,0-1 0,0 1 0,0 0 0,0 0 0,-1 0 0,1 0 0,0 0 0,0 0 0,0 0 0,0 0 0,0 0 0,0 0 0,0 0 0,-1 0 0,1 4 0,0 1 0,0-1 0,0 0 0,4-1 0,5-2 0,4 0 0,4 0 0,-2-1 0,2 0 0,-3-1 0,-4 1 0,1 0 0,-3 0 0,-2 0 0,3 0 0,-2 0 0,-2 0 0,-1 0 0,-2 0 0,4 0 0,-1 0 0,4 0 0,-2 0 0,4 0 0,-1 0 0,-2 0 0,-3 0 0,-1 0 0,-3 0 0,0 0 0,-1 0 0,0 0 0,-1 0 0,1 0 0,-1 0 0,1 0 0,0 0 0,-1 0 0,1 0 0,0 0 0,0 0 0,0 0 0,0 0 0,0 0 0,0 0 0,0 0 0,-1 0 0,1 0 0,-4 4 0,-1 1 0,1-1 0,0 0 0,1-2 0,1 0 0,1-1 0,1-1 0,0 0 0,0 0 0,0 0 0,0 0 0,0 0 0,0 0 0,0 0 0,0-1 0,0 1 0,0 0 0,-1 0 0,1 0 0,0 0 0,0 0 0,0 0 0,0 0 0,0 0 0,0 0 0,0 0 0,0 0 0,-1 5 0,1-1 0,0 1 0,0-2 0,0 0 0,0-1 0,0-1 0,0-1 0,0 0 0,0 0 0,-1 0 0,1 0 0,0-1 0,0 1 0,0 0 0,4 0 0,1 0 0,-1 0 0,4 0 0,-1 0 0,4 0 0,-2 0 0,-2 0 0,-2 0 0,-1 0 0,-2 0 0,-2 0 0,0 0 0,0 0 0,-1 0 0,1 0 0,-1 0 0,1 0 0,0 0 0,4 0 0,0 0 0,5 0 0,-1 0 0,-1 0 0,-1 0 0,-3 0 0,-1 0 0,-1 0 0,3 0 0,1 0 0,-1 0 0,3 0 0,0 0 0,3 0 0,-1 0 0,-1 0 0,1 0 0,-1 0 0,-2 0 0,-1 0 0,2 0 0,3 0 0,4 0 0,-2 0 0,-1 0 0,1 0 0,-3 0 0,3 0 0,-3 0 0,-2 0 0,3 0 0,-3 0 0,-1 0 0,-2 0 0,3 0 0,-1 0 0,-1 0 0,2 0 0,0 0 0,-1 0 0,2 0 0,0 0 0,2 0 0,-1 0 0,-2 0 0,2 0 0,-1 0 0,-2 0 0,-1 0 0,-3 0 0,0 0 0,-2 0 0,0 0 0,0 0 0,-1 0 0,1 0 0,-1 0 0,1 0 0,0 0 0,0 0 0,-1 0 0,1 0 0,0 0 0,0 0 0,0 0 0,0 0 0,0 0 0,0 0 0,0 0 0,-5-4 0,5-1 0,0 1 0,1 0 0,4 2 0,-4-4 0,0 0 0,3-3 0,-1 1 0,1-4 0,-1 3 0,-1 0 0,-1 4 0,0 1 0,-1 2 0,0 1 0,0 1 0,-1 1 0,1-1 0,0 0 0,-1 1 0,1-1 0,0 0 0,0 0 0,0 0 0,4 0 0,1 0 0,3 0 0,1 0 0,-2 0 0,-2 0 0,-2 0 0,-1 0 0,-1 0 0,-1 0 0,0 0 0,0 0 0,4 0 0,0 0 0,4 0 0,0 0 0,-1 0 0,-2 0 0,-1 0 0,-2 0 0,-1 0 0,3 0 0,5 0 0,4 5 0,-1 0 0,-1-1 0,-4 0 0,-2-1 0,-2-1 0,-2-1 0,-1-1 0,0 0 0,0 0 0,-1 0 0,0-1 0,1 1 0,-1 0 0,1 0 0,-4 4 0,-1 1 0,-4-1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2T04:16:15.600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129904.76563"/>
      <inkml:brushProperty name="anchorY" value="-37300.87109"/>
      <inkml:brushProperty name="scaleFactor" value="0.5"/>
    </inkml:brush>
  </inkml:definitions>
  <inkml:trace contextRef="#ctx0" brushRef="#br0">0 1 24575,'0'0'0,"8"0"0,11 0 0,7 0 0,8 0 0,1 0 0,4 0 0,1 0 0,2 0 0,-4 0 0,1 0 0,-3 0 0,-5 0 0,-3 0 0,2 0 0,-2 0 0,-1 0 0,-2 0 0,-1 0 0,-1 0 0,-1 0 0,0 0 0,0 0 0,-1 0 0,1 0 0,-1 0 0,1 0 0,0 0 0,0 0 0,0 0 0,4 0 0,0 0 0,5 0 0,-1 0 0,4 0 0,-3 0 0,-1 0 0,-2 0 0,-2 0 0,-2 0 0,-2 0 0,0 0 0,0 0 0,-1 0 0,1 0 0,-1 0 0,1 0 0,0 0 0,-5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2T04:19:02.093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163679.46875"/>
      <inkml:brushProperty name="anchorY" value="-53015.05859"/>
      <inkml:brushProperty name="scaleFactor" value="0.5"/>
    </inkml:brush>
  </inkml:definitions>
  <inkml:trace contextRef="#ctx0" brushRef="#br0">1 0 24575,'0'0'0,"11"0"0,13 0 0,16 0 0,16 0 0,8 5 0,2-1 0,-4 5 0,-3-1 0,-10-1 0,-8-1 0,-8-3 0,-6 4 0,-3-2 0,-2 0 0,-2-1 0,0-1 0,1-2 0,-1 4 0,1 0 0,1-1 0,0-1 0,-1 0 0,1-2 0,0 0 0,-4 4 0,-10-1 0,-4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2T04:19:16.237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165122.4375"/>
      <inkml:brushProperty name="anchorY" value="-54590.74609"/>
      <inkml:brushProperty name="scaleFactor" value="0.5"/>
    </inkml:brush>
  </inkml:definitions>
  <inkml:trace contextRef="#ctx0" brushRef="#br0">352 965 24575,'0'0'0,"3"0"0,7 0 0,3 0 0,4 0 0,3 0 0,2 0 0,0 0 0,1 0 0,-1 0 0,1 0 0,0 0 0,-1 0 0,0 0 0,0 0 0,0 0 0,-4 5 0,-1-1 0,0 1 0,1-2 0,1 0 0,2-1 0,0-1 0,0-1 0,1 0 0,0 0 0,0 0 0,0 0 0,0-1 0,0 1 0,0 0 0,0 0 0,0 0 0,0 0 0,0 0 0,0 0 0,0 0 0,0 0 0,-1 0 0,1 0 0,0 0 0,0 0 0,0 0 0,0 0 0,0 0 0,0 0 0,0 0 0,0 0 0,-1 0 0,1 0 0,0 0 0,0 0 0,0 0 0,0 0 0,0 0 0,0 0 0,-1 0 0,1 0 0,0 0 0,0 0 0,0 0 0,0 0 0,0 0 0,0 0 0,0 0 0,0 0 0,0 0 0,-1 0 0,1 0 0,0 0 0,0 0 0,0 0 0,4 0 0,1 0 0,-1-4 0,0-1 0,-2 1 0,0 0 0,-1 2 0,-1 0 0,0 1 0,0 1 0,-1 0 0,1 0 0,0 0 0,-1 0 0,1 0 0,5-4 0,-1 0 0,5-1 0,-1 2 0,-1 0 0,-2 1 0,-1 1 0,-2-3 0,-1-1 0,-1 1 0,4-4 0,4 1 0,1 1 0,3-3 0,-2 1 0,-1 2 0,-7-3 0,1 2 0,0 1 0,3-3 0,-1 2 0,-4-4 0,-2 3 0,-1 0 0,0 3 0,0 2 0,1 1 0,0 2 0,0 0 0,0 0 0,1 0 0,0-4 0,0 0 0,0 0 0,0 0 0,-4-2 0,3-1 0,2 2 0,-1 1 0,1 1 0,0 2 0,0 0 0,-1-4 0,0-4 0,0 0 0,0 1 0,0-2 0,0 1 0,0 2 0,0 2 0,0 2 0,0 2 0,-5-4 0,-4-4 0,-4-4 0,-5-4 0,-1-2 0,-7 2 0,-1-1 0,-5 0 0,1-1 0,-3-1 0,1-1 0,3 0 0,-2-1 0,-3 0 0,-3-4 0,-6-1 0,-2-4 0,-2 1 0,1 5 0,-5-2 0,2 2 0,0 4 0,2 2 0,1 0 0,1 0 0,1 0 0,1 3 0,1 0 0,-1 4 0,0-2 0,1 4 0,-1 2 0,-4 3 0,-1 2 0,1-3 0,0 1 0,-2-3 0,-5 0 0,1-3 0,2 2 0,-3 1 0,2-2 0,-2 2 0,2 2 0,2 1 0,-3 3 0,3 0 0,1 2 0,-3 0 0,2 0 0,1 0 0,2 1 0,-3-1 0,-3 0 0,-4 0 0,1 0 0,3 0 0,-2 0 0,3 0 0,-3 0 0,3 0 0,2 0 0,2 0 0,2 0 0,-3 0 0,1 0 0,-4 0 0,2 0 0,0 0 0,-2 0 0,1 0 0,2 0 0,-3 0 0,2 0 0,1 0 0,2 0 0,1 0 0,-3 0 0,1 0 0,-4 0 0,-3 0 0,-3 0 0,1 0 0,2 0 0,4 0 0,-1 0 0,1 0 0,3 0 0,1 0 0,-2 0 0,0 0 0,1 0 0,2 5 0,-4-1 0,2 1 0,0-2 0,-3 0 0,-4 3 0,-3-1 0,2 0 0,2-1 0,-1-2 0,3 0 0,-3 3 0,3 0 0,2-1 0,-2-1 0,-3 0 0,-3-2 0,2 0 0,2-1 0,4 0 0,2 0 0,2 0 0,2 0 0,1 0 0,1 0 0,0 0 0,-5-1 0,0 1 0,0 0 0,5 5 0,1-1 0,1 5 0,0 4 0,-1-1 0,4 2 0,0 2 0,-1-2 0,-1-3 0,3 1 0,4 1 0,-1-2 0,3 3 0,-3-3 0,-1-3 0,2 2 0,1 3 0,4 2 0,-3 2 0,-2 2 0,2 2 0,1 1 0,-3-4 0,3 0 0,1 0 0,3 1 0,1 0 0,2 2 0,0 0 0,1 0 0,0 1 0,1 0 0,-1 0 0,1 0 0,-1 0 0,0 0 0,0 0 0,0 0 0,4-4 0,1-1 0,3 0 0,5 2 0,3 0 0,-2 1 0,2-3 0,1-5 0,2 1 0,1 1 0,1-3 0,1 2 0,-5 3 0,1-4 0,-1-2 0,6-3 0,1 2 0,5-2 0,1-2 0,-6 3 0,-1-2 0,2 4 0,0-1 0,0-2 0,-1-2 0,0-2 0,-1-1 0,0-1 0,3-1 0,0 0 0,1-1 0,-2 1 0,0 0 0,-2-1 0,0 1 0,-1 0 0,0 0 0,4 0 0,0 0 0,5 0 0,-1 0 0,-5-4 0,-3-1 0,-1 1 0,-1 0 0,0 2 0,1 0 0,0 1 0,0 1 0,1 0 0,-1-5 0,1 1 0,-5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2T04:19:34.143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166038.34375"/>
      <inkml:brushProperty name="anchorY" value="-56128.34375"/>
      <inkml:brushProperty name="scaleFactor" value="0.5"/>
    </inkml:brush>
  </inkml:definitions>
  <inkml:trace contextRef="#ctx0" brushRef="#br0">697 1 24575,'0'0'0,"-4"0"0,-5 4 0,-5 9 0,-7 5 0,-3 8 0,2 2 0,1-4 0,4 4 0,-4-2 0,0-4 0,4-2 0,-1-1 0,-5 0 0,0 1 0,-1 0 0,0 1 0,0-4 0,1 0 0,4 0 0,-3-3 0,0-3 0,3 0 0,1-3 0,0 3 0,-1-2 0,3 2 0,1-2 0,-2-1 0,-1 2 0,-1-3 0,3 4 0,-1-2 0,0-2 0,-1-2 0,-1-2 0,-2-1 0,4-2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2T04:19:08.285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165514.98438"/>
      <inkml:brushProperty name="anchorY" value="-54132.96484"/>
      <inkml:brushProperty name="scaleFactor" value="0.5"/>
    </inkml:brush>
  </inkml:definitions>
  <inkml:trace contextRef="#ctx0" brushRef="#br0">1119 1 24575,'0'0'0,"-4"0"0,-10 0 0,-8 0 0,-8 0 0,-11 0 0,-1 0 0,3 0 0,3 0 0,1 0 0,-2 0 0,4 0 0,2 0 0,3 0 0,2 0 0,3 0 0,0 0 0,1 0 0,1 0 0,0 0 0,-1 0 0,1 4 0,-1 1 0,0 3 0,1 1 0,-1-2 0,0-2 0,0 3 0,0-2 0,0 0 0,4 2 0,1-1 0,0 3 0,-1-1 0,-2-2 0,0 3 0,-1 2 0,0-1 0,-1-2 0,0-2 0,0 1 0,4 3 0,5 3 0,0-1 0,-1-2 0,3 0 0,2 3 0,-1 2 0,2 2 0,-3-2 0,2 1 0,-2-4 0,2 0 0,1 2 0,3 2 0,2 2 0,1 1 0,1 1 0,1-8 0,1-4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2T04:19:10.619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163381.20313"/>
      <inkml:brushProperty name="anchorY" value="-53554.22656"/>
      <inkml:brushProperty name="scaleFactor" value="0.5"/>
    </inkml:brush>
  </inkml:definitions>
  <inkml:trace contextRef="#ctx0" brushRef="#br0">1 1 24575,'0'0'0,"0"4"0,0 5 0,0 5 0,4 3 0,5-2 0,0 2 0,4-3 0,-2 0 0,-2 2 0,1-3 0,-1 1 0,-3 2 0,-1 1 0,-3 2 0,0 2 0,3-5 0,3-3 0,5-4 0,4-4 0,3-2 0,-4-7 0,2-1 0,-4-4 0,-4-5 0,1 2 0,1 2 0,3 2 0,7-1 0,2-3 0,5-2 0,6-4 0,7-1 0,4-2 0,-3 3 0,-8 1 0,-1 3 0,-5 0 0,-3 3 0,-1 3 0,-2 3 0,-1 2 0,-1 2 0,-8 1 0,-5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2T04:19:21.644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166923.42188"/>
      <inkml:brushProperty name="anchorY" value="-55593.10547"/>
      <inkml:brushProperty name="scaleFactor" value="0.5"/>
    </inkml:brush>
  </inkml:definitions>
  <inkml:trace contextRef="#ctx0" brushRef="#br0">1223 1 24575,'0'0'0,"-4"0"0,-18 0 0,-9 0 0,-13 0 0,-9 0 0,-7 4 0,5 0 0,-3 5 0,4 0 0,2-2 0,3-1 0,7-3 0,1-1 0,-3 0 0,4-2 0,0 4 0,-1 0 0,0 0 0,3 0 0,0-2 0,3-1 0,0 0 0,3 0 0,6 3 0,-1 0 0,3 1 0,0-2 0,0 0 0,2-2 0,0 0 0,0-1 0,0 0 0,0 0 0,0 0 0,5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2T04:19:24.568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164684.5"/>
      <inkml:brushProperty name="anchorY" value="-54665.39453"/>
      <inkml:brushProperty name="scaleFactor" value="0.5"/>
    </inkml:brush>
  </inkml:definitions>
  <inkml:trace contextRef="#ctx0" brushRef="#br0">282 0 24575,'0'0'0,"-4"0"0,-10 5 0,1 4 0,-4 0 0,-2-1 0,-2 3 0,0-2 0,3 2 0,0-1 0,0 2 0,0-3 0,-2-1 0,4 2 0,0-2 0,-1-2 0,3 2 0,3 4 0,4 3 0,8-2 0,1 2 0,7-3 0,-1 2 0,4-3 0,3 2 0,3 1 0,1-2 0,2-2 0,-3 1 0,0-2 0,0-3 0,-4 3 0,-3 3 0,0-2 0,-2 3 0,2-2 0,2-3 0,-2 2 0,2-2 0,3-1 0,2-3 0,1-2 0,1 0 0,-3 2 0,1 1 0,0-1 0,0-1 0,2 0 0,0-2 0,2 0 0,-1-1 0,1 0 0,0 4 0,0 1 0,0-1 0,0 0 0,-4 3 0,-5-1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2T04:19:44.964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164325.39063"/>
      <inkml:brushProperty name="anchorY" value="-55617.89453"/>
      <inkml:brushProperty name="scaleFactor" value="0.5"/>
    </inkml:brush>
  </inkml:definitions>
  <inkml:trace contextRef="#ctx0" brushRef="#br0">536 1 24575,'0'0'0,"4"0"0,5 0 0,5 4 0,2 0 0,4 1 0,-3 3 0,1-1 0,-4 4 0,1-2 0,-4 3 0,1-2 0,3-2 0,-4 2 0,-1 2 0,1-1 0,2-2 0,-2 1 0,-3 3 0,3-2 0,-2 3 0,2-3 0,-2 2 0,2-3 0,-1 3 0,2-3 0,-2 2 0,-3 2 0,-1 2 0,1-2 0,-1 2 0,-1 1 0,-1 1 0,-2 2 0,-5-4 0,-1 1 0,0 0 0,-4-3 0,-4-3 0,1 0 0,-3-2 0,-1 2 0,-3-2 0,-2-2 0,-1 2 0,-1-2 0,0-1 0,0 3 0,0-2 0,-1-1 0,1-2 0,0 3 0,0-1 0,0-1 0,0-1 0,0-2 0,1-1 0,-1 0 0,4 3 0,1 1 0,-1-1 0,0-1 0,-1 0 0,-1-2 0,-1 0 0,-1-1 0,0 1 0,0-2 0,0 1 0,0 0 0,0 0 0,0 0 0,0 0 0,0 0 0,0 0 0,0 0 0,1 0 0,-1 0 0,0 0 0,4-5 0,5 1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2T04:19:47.328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162773.29688"/>
      <inkml:brushProperty name="anchorY" value="-55162.04297"/>
      <inkml:brushProperty name="scaleFactor" value="0.5"/>
    </inkml:brush>
  </inkml:definitions>
  <inkml:trace contextRef="#ctx0" brushRef="#br0">160 1 24575,'0'0'0,"0"3"0,0 7 0,-5-1 0,1 4 0,-5-2 0,1 2 0,-4-2 0,-2 1 0,1 3 0,-2-2 0,4 1 0,-3-3 0,4 2 0,-3-2 0,-1-3 0,1 2 0,8-3 0,7 0 0,7-3 0,6-2 0,4-1 0,2 0 0,2-1 0,1 4 0,-1 0 0,-4 4 0,3 0 0,1-1 0,-5 3 0,5-2 0,0-2 0,1 3 0,-1-1 0,0 2 0,0-1 0,0-2 0,-5 3 0,-1-2 0,-4 2 0,1-1 0,0-2 0,-2-1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2T04:19:56.085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164097.9375"/>
      <inkml:brushProperty name="anchorY" value="-56524.99609"/>
      <inkml:brushProperty name="scaleFactor" value="0.5"/>
    </inkml:brush>
  </inkml:definitions>
  <inkml:trace contextRef="#ctx0" brushRef="#br0">304 1 24575,'0'0'0,"3"3"0,3 7 0,2-1 0,0 3 0,4 3 0,2-1 0,-1 1 0,-3 2 0,-3 1 0,-2 1 0,-3 2 0,-1 1 0,-5 0 0,-5-5 0,-1 1 0,-3-5 0,2 1 0,-3-3 0,4 1 0,-3-3 0,-2-1 0,2 1 0,-1-2 0,-2-1 0,3 2 0,-2 0 0,-1-2 0,-2 2 0,-1-1 0,-1-1 0,-2-1 0,1-3 0,-2 0 0,1-2 0,0 0 0,0 0 0,4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2T04:19:58.584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162778.23438"/>
      <inkml:brushProperty name="anchorY" value="-55882.33984"/>
      <inkml:brushProperty name="scaleFactor" value="0.5"/>
    </inkml:brush>
  </inkml:definitions>
  <inkml:trace contextRef="#ctx0" brushRef="#br0">1 0 24575,'0'0'0,"7"0"0,16 0 0,13 0 0,7 0 0,5 0 0,1 0 0,0 0 0,-1 0 0,-1 0 0,-1 0 0,-6 0 0,-4 0 0,-6 4 0,1 1 0,2-1 0,2 0 0,-1-1 0,-2-2 0,1 0 0,-2 0 0,2-1 0,-2-1 0,-1 1 0,1 0 0,3 0 0,-2 0 0,3 0 0,6 0 0,3 0 0,2 0 0,-4 0 0,-5 0 0,-5 0 0,1 0 0,-4 0 0,3 0 0,-2 0 0,-2 0 0,3 0 0,-2 0 0,-2 0 0,-5 4 0,-2 1 0,-5-1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2T04:20:10.864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165289.17188"/>
      <inkml:brushProperty name="anchorY" value="-56933.32031"/>
      <inkml:brushProperty name="scaleFactor" value="0.5"/>
    </inkml:brush>
  </inkml:definitions>
  <inkml:trace contextRef="#ctx0" brushRef="#br0">2501 1 24575,'0'0'0,"0"7"0,0 8 0,0 3 0,0 7 0,0 2 0,0 5 0,0-1 0,-4 0 0,-1-3 0,1-2 0,-4-2 0,-4-1 0,-3 0 0,1-2 0,-6 1 0,3-1 0,-1 1 0,-1-5 0,-1 0 0,-1 1 0,-9 0 0,0 1 0,-10 1 0,-3 1 0,-6 1 0,2 0 0,-3 0 0,0 0 0,6 0 0,1-5 0,1-3 0,5-6 0,-5 1 0,0-2 0,3 2 0,-1-1 0,4 3 0,5-2 0,-2 3 0,3-2 0,2-3 0,-2-1 0,1-3 0,2-1 0,-8-2 0,-3 0 0,2 0 0,1 0 0,0-1 0,3 1 0,-2 0 0,-2-1 0,-2 1 0,-3 0 0,4 0 0,-2 0 0,4 0 0,4 0 0,-2 0 0,-1 0 0,6-4 0,-2 0 0,6-5 0,2 1 0,-3 1 0,1 1 0,0-2 0,-1 1 0,2-3 0,0 2 0,1 1 0,-5 2 0,5-3 0,0-3 0,1-3 0,0 2 0,0-3 0,1-2 0,3-1 0,0-2 0,-1-1 0,0 0 0,3-1 0,0 4 0,2 0 0,0 0 0,-2 4 0,3-1 0,-2 4 0,-1-2 0,1-1 0,0 2 0,-2-2 0,3-2 0,-2 3 0,3-1 0,-1 2 0,-1-1 0,1-2 0,-1 3 0,-2-2 0,3-2 0,-1 3 0,-2 3 0,2-2 0,0 3 0,2 2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2T04:20:11.943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161772.32813"/>
      <inkml:brushProperty name="anchorY" value="-56098.97656"/>
      <inkml:brushProperty name="scaleFactor" value="0.5"/>
    </inkml:brush>
  </inkml:definitions>
  <inkml:trace contextRef="#ctx0" brushRef="#br0">0 1 24575,'0'0'0,"0"4"0,0 5 0,0 5 0,0 3 0,0 2 0,0 3 0,0 0 0,0 1 0,0 0 0,0-1 0,0 1 0,0-1 0,0 0 0,0 0 0,5-4 0,-1-9 0,1-5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2T04:20:13.673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162801.57813"/>
      <inkml:brushProperty name="anchorY" value="-57410.08203"/>
      <inkml:brushProperty name="scaleFactor" value="0.5"/>
    </inkml:brush>
  </inkml:definitions>
  <inkml:trace contextRef="#ctx0" brushRef="#br0">1 0 24575,'0'0'0,"3"0"0,7 0 0,4 0 0,3 0 0,7 0 0,2 5 0,1-1 0,-1 1 0,0-2 0,-2 4 0,-1-1 0,0 0 0,-1-2 0,0-1 0,0-2 0,-1 0 0,1-1 0,0 0 0,0 0 0,-1-1 0,1 1 0,0 0 0,0 0 0,4 0 0,1 0 0,-1 0 0,0 0 0,-2 0 0,0 0 0,-1 0 0,-1 0 0,-4 4 0,-5 1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cm"/>
        </inkml:traceFormat>
        <inkml:channelProperties>
          <inkml:channelProperty channel="X" name="resolution" value="1516.99072" units="1/cm"/>
          <inkml:channelProperty channel="Y" name="resolution" value="2427.18506" units="1/cm"/>
          <inkml:channelProperty channel="F" name="resolution" value="2.84167" units="1/cm"/>
        </inkml:channelProperties>
      </inkml:inkSource>
      <inkml:timestamp xml:id="ts0" timeString="2017-12-28T06:46:51.438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1F497D"/>
    </inkml:brush>
    <inkml:brush xml:id="br2">
      <inkml:brushProperty name="width" value="0.05292" units="cm"/>
      <inkml:brushProperty name="height" value="0.05292" units="cm"/>
      <inkml:brushProperty name="color" value="#789440"/>
    </inkml:brush>
  </inkml:definitions>
  <inkml:trace contextRef="#ctx0" brushRef="#br0">14335 5130 14,'0'-3'9,"0"2"1,0 1 2,0 0-1,0 0-4,2 0 3,-2 0-3,0 0-1,0 0 0,0 0 1,0 0 3,0 0 5,0 0-3,0 0-1,0 0-6,-3 0-1,-3 6 0,-1 3 1,3-3-5,2-1 4,1-2-4,1 1 1,0-4-2,0 0 1,0 0-3,0 0 3,0 0 5,0 0 1,0 0 1,0 0 3,3-8-6,2 0-1,1 1-1,-2 1 0,-2 2-2,1-3 0,-2 3 0,1-1-2,2 3-3,-4-1 3,0 0 0,0 3-4,0 0-4,0 0-6,0 0 7,0 0 3,0 0 4,0 0 2,0 0 4,0 0-3,0 0 2,0 0-1,0 0-1,0 0 0,0 0-1,0 0 0,0 0 1,0 0-1,0 0 1,0 0 0,0 0-1,0 0 0,0 1 0,0 3 2,0-1-2,0-2 1,0 1 2,0 1 2,3 0 5,1 2-3,1-2 0,1 0-3,-1 1 4,0-1-7,-1 1 2,-1 0 1,-1 0-3,3 0 3,-2 2-2,2 1 0,0-1-1,3 2 2,2 0 0,1 2-1,2 1 2,0-2-3,-1 0-1,-2-2 6,1 1-5,-1-1 1,3 1 4,-3 0-2,1-2-4,-3 2 3,1-2-2,1 2 0,3 2-1,2 1 2,2 2 4,4-3-5,0 3-1,-1-1 5,3-1-4,1 2-1,-1 1 0,0 0 1,-2-2-1,-1-1 0,-2 1 0,1-2 2,0 2-2,1 2 0,-1 0 0,0 1 0,1-1 0,0 0 0,-1 2 0,-1 1 0,1-2 2,1 3-1,-1-1 0,3-1 0,1 0 4,1 2-3,4-1 0,-4-1-2,1-1 1,-2 0 1,0 0-2,0 1 0,-2 0 0,2 3 0,-3 0 0,0-1 0,-2 1 0,1 1 1,0-1-1,0 2 0,2-2 0,0 1 0,1-3 0,-1 1 0,-3-1 0,-2 1 1,0-2-1,1 2 0,0-1 0,2 1 0,2 1 2,0 0-2,-1 3 0,1-3 2,-1 3-2,-1-1 0,3 3 0,-3-2 0,1 1 1,2 1 0,-1-1-1,1 2 1,0 2-1,4 5 0,-2 0 2,-2 3-2,1-3 1,0 0 0,-1-2-1,-1 0 0,-3-1 1,-2 1-1,-2-1 0,1 0 1,-3 1 0,2-1 1,0 4 0,-1-2-1,2-1 0,0 0 0,-2 0 1,0-1-1,0-2 1,-2 1-2,0 1 0,-1-3 3,0 3-3,-3-2 0,0 2 2,2-2-1,-2 0 1,2 0 2,1 2-3,0-2 0,2 5 1,-1 0-1,-3 0-1,1 0 3,-1-5-3,-1 2 0,0-1 0,0 0 0,3 0 1,-3 2 0,0-3-1,1 3 1,-1 0-1,3-2 2,-2 0-2,-1-1 3,2 0-3,-3-2 0,1 0 0,0 1 1,-3-2-1,1 0-1,0 0 1,1 1 1,-3-2 0,2 3 1,1-1-2,-2 1 2,3-4-1,-2 2-1,1 0 0,-1-2 0,-3 1 0,-1 2 0,1-1 0,-2 3 0,0-1 3,0 1-3,0-2 1,0-1 2,0 0-2,3-3-1,-3 0 0,2-1 0,0 0 1,-2-3 0,2 4 0,-1-1-1,-1 1 1,0-1-1,0 2 3,0-3-3,0 0 0,0 0 1,0-3-1,0-2 0,0 1 0,0-2 0,0-1-1,0-1 1,0-1 1,0 1-1,0-3 0,0 2 1,-1-1-1,1 2 0,0-1 0,0 0 1,0-2-1,-4 2 0,2 1-1,-1-2 0,3 4 1,-2-2 2,1-1-1,0 2-1,0-1 0,-1-1 1,2 1-1,0-1 0,0-1 0,0 1 0,-2-2 0,1 2 0,0 0 1,-3 0-1,3-2 0,-1 2 0,2 0 0,-2-2 2,2 3-2,0-2 0,0 0 0,0 0 0,0 0 0,0-2-2,0 3 2,0-1 2,0 2-2,0 0 1,-1-1 0,1 2-1,0 0 0,0 0 0,0 1 0,0 0 0,0 0 0,0-2 0,0 2 0,-1-2 1,0-1-3,0 2 4,1 1-2,0 1 0,0-2 1,-1 3-1,-1 0 1,2-1-1,-1 2-1,1-2 1,0 2 1,-1 2 0,0-1 1,-1 1-2,-1 1-2,2-1 2,0 0 0,-1 2 0,0-3 0,1 3 0,1 0 0,-1-2-1,0 1 1,-1 2 0,0-1 1,0-2-1,0 4-2,2-2 2,0-4 0,0 1 0,0-1 0,-4-2 0,1 1 0,1 3 0,0-3 2,-1 3-2,0-2 0,2 0 2,-2 0-2,-1 0 0,1-2 0,1 2 0,0-1 0,0 2 0,0-1 0,1 0 1,0 2-1,0-1 0,-1 1 0,0 1 0,0 2 0,-1 2 1,-1-2-1,1-1 0,-2-1 0,0-2 0,0-1 1,2 1-1,-2-1 0,0 2 0,2-3 2,0 1-2,0 1 0,-1-3 0,1 2 0,-2 1 0,0 0 0,2 2 0,-2 0 1,1 0 2,0 0-3,1 2 0,-2 1 1,0-1-1,-2 0 1,4-3-1,-1 2 2,1-1-2,-1 1 0,1-2 1,-1 0-1,1 0 0,0 0 0,-1 0 2,-2 0-1,2 1 0,-1-1-1,0-1 1,2 2 1,-1-2-2,-2 1 1,3-2-1,-2 2 5,1 0-5,1-1 0,-1 0 0,0 0 1,-1 1 1,-2 2-2,3-1 0,-1 3 0,1-1 0,1 1 0,-2-1 0,3-2 0,-2 0 1,-1 0 0,2 2 1,-4-2-1,1 1-1,0-1 0,-2 0 0,0 2 0,1 2 0,-2 0 3,1-1-3,0 2 0,1-3 0,1 1 0,-2 2-2,1-2 2,-2-1 2,1 2-2,0-3 0,0-1-2,-2 1 2,1 0 2,2-2-2,-2 3 0,0-1 0,1-1 0,-2 1 0,3-1 0,-3 0 0,3-1 0,-3 1 0,3-4 0,-1 2 0,0-1 0,0 1 0,-2 0 0,2 1 0,-2 1 0,1 1 0,0-1 2,-1-2-2,1 4 0,0-2 0,0 0 3,-4 1-2,4-3-1,-1 2 0,0-4 0,-2 2 1,0 0-1,-1-2 0,1 1 0,-2-3 2,1 1-2,0-1 2,-1-2-1,3 2 1,-1 1 0,0-1-1,3 2 1,-2 2-2,-2-2 0,1 0 1,-1 1-1,-1 1 0,0-2 1,2 1-1,-1-2 0,-3 2 0,3-3 0,-2-2 3,0 2-3,3-2 1,-2-2-1,0 1 0,-1-2 0,0 0 0,-1 3 0,1-2 1,-2 1 1,2 0-1,-2 0-1,1 0 0,-2 0 0,4-1 0,-4 0 1,5 0-1,-1-1 0,-2 2-1,4-2 0,-4 1 1,0-1 0,0 2 0,2-3 0,-1 4 0,1-4 2,0 5-2,-1-4 0,3 0 0,-3 0 0,3 0 0,-1-1 0,-1 1 1,3-2-1,-3 0 0,0 2 0,-2-2 0,-1 2 0,0-3 0,-1 4-2,1-1 2,0-1 1,-2 2 0,1-2-1,0-1 0,0 2-1,-2-1 1,-1 0 0,-2 2 0,2-2 0,1 1 0,-2 2 0,3-1 0,3-2 1,0 1-1,1 0 0,1-1 0,1 1 0,-1-1 0,-2 0 0,-3 0 2,-1-2-2,-2 0 0,1 0 1,-2-2 1,1 0-2,3 2 2,-1-2-2,3 1 0,4-1 0,2-1 1,3 3-1,4-4-1,-2-1 1,3 2-1,1-2 1,-3 2-1,1 1 1,-3 1 2,-2 2-1,2-3 0,0 1 3,0-1-3,0 0 0,-1 2 0,-1-2 0,-3 0-1,-1 2 0,-1 3 0,2-3 1,-3 2 0,1-1 1,-2 1-2,2 0 0,1-2 2,4 0-2,2-1 0,4-2 1,1-1-1,2-1 1,0 0-1,0 2 0,0-2 2,0 0-1,0 0 0,0 0 0,0 0-1,0 2 0,0-1-1,0-1-3,0 0-5,0 0-5,0 0-2,0 0-13,0 0-85,0-6-161</inkml:trace>
  <inkml:trace contextRef="#ctx0" brushRef="#br0" timeOffset="1237.07">14210 12761 64,'0'0'12,"0"0"-12,0 0 0,0 0 5,0 0-3,0 0 3,0 0 3,0 0 9,0 0 4,0 0-2,0 0-6,0 0-7,0 0-5,0 0 1,0 0 0,0 0 2,0 0 3,0 0 3,0 0-3,0 0 0,0 0 2,-3 0-1,1 0-2,-4 6 10,0 4-3,-2 0-8,-1 1-4,-1 3 6,-1 5-2,-5 2 3,1 6 5,-2-3-4,-1-1 1,1-2-2,3-3-3,2-1 0,1-1 2,3-3-1,0 0-4,2 0 6,1-5-6,3-1 4,1-2-6,1-2 1,-2-1 0,2-2 2,0 1-2,-2-1 1,2 0-1,0 0 2,0 2-3,0 0-2,0-2 0,0 0 2,0 1 0,0 3 2,0-1 1,0 5 0,0 0 3,0 3-3,2 4 0,3-1-3,3-3 1,1 2 0,3-2 1,3 0 0,2 1 2,3-3-2,1 2 3,2 0 0,2-4 0,3 0 1,0-1-2,-2-3 0,-2-1-3,-8 0-1,-4-1 0,-3 0 2,0 2-2,-5-2 0,-1 1 1,0-2 0,1 3 2,-1-3-1,1 3 2,-1-1-1,1 0-1,-2-1 2,3 4 0,-3-3 5,0-1-2,1 3-1,-1-3 1,-1 2-1,-1 0-4,1-2 3,-1 1 0,0-1 1,0-1-1,0 1 0,0 1 0,0-2-5,0 0-2,-5 1-6,-7 1-10,-1 0-40,-3-2-127</inkml:trace>
  <inkml:trace contextRef="#ctx0" brushRef="#br1" timeOffset="68206.89">14481 3974 0,'0'0'18,"0"0"-6,0 0-5,0 0 0,-1 0 1,1 0-2,0 0-3,-1 0 0,1 0 0,0 0 3,0 0 0,0-1-4,0 1 2,0 0 5,0 0 1,0 0-2,0 0 1,0 0 2,0 0-2,0 0 0,0 0-1,0 0 0,0 0-1,0 0-1,0 0-2,0 0-3,0 0-1,0 0 0,0 0 0,0 1 4,0 1 2,0 2-1,0 1 1,0 3 1,2 0 1,5 0-3,-1 3 3,3 2-1,1-1 1,1 0-3,-2-2 2,-2 2 0,1-1-3,-1 1 0,-1 0 3,2 1 0,-1-3-4,-2 1 2,3 0-3,-2-2 0,2 4 1,2-1 1,-2-2 5,2 3-6,0-1-1,0-2 1,-3 2 2,0-3-4,1 2 0,-2-1 2,2-2 1,-1 3 1,2-3-4,1 3 2,3-1-1,1 0 3,4 1 0,0-2-2,2 2 5,1 2 0,-3 1-6,-2 1 1,1 1 2,-2 0-2,-1 0-1,2 0-2,-1-2 6,-3-1-4,-1 0-2,-2-2 0,0 0 2,-1-1 2,1 2-2,-2 0-1,0 0 1,1 4 1,0 1-2,3 3 1,0 1 0,1-2 2,3 3-2,-3 1 1,3-3 4,1 1-4,0 1-2,2-1 2,3 2 0,0-1 2,-1 2-3,-1-1 2,-4 0 0,2 1 2,-2-2-5,-1 2 5,1 0-3,-1-2-3,0 1 6,-3 0-5,2-3 3,1 2 2,0-3-4,0 2 3,2-2-2,0 2 3,2 1-3,1 1-1,2 1 3,0 0 2,-1 0-4,1 2-1,0-1 0,-1 2 1,-1-3-1,1 0 0,-4-1 1,2 4-2,2 0 2,-1 4-2,3 1 1,-1-2 3,2-2-4,-1-1 3,1-2 1,0-1-3,0-2 0,-1-1-1,-1 1 1,-1 0 1,-2-1-1,-2 2-1,-3-2-1,0 1 3,0-1-3,0 0 2,0 1-1,0-3-1,0 2 0,-1-3 1,1 2-1,-2 1 2,3-2 0,0 1-2,2 1 1,-1 1 1,2-1 0,0 0-2,0 2 1,-1-1 0,-2-1 0,4 0 2,-3-1-3,1 2 3,0-2-1,-4 0-1,4 0 0,0 3-1,2 1 2,0 2 0,-3-1 1,2 2-3,0-4 2,-2-1-2,1-3 1,-2 2-1,0-3 2,1 2-1,-2-2-1,0 0 1,0-3 0,-2 1-1,0 2 1,0-1-1,2 2 2,-1 2-2,0-2 0,2 3 0,-1-2 0,-3-1 0,1-1 2,-2-1-1,0-1-1,-2 0 0,0 1 0,2-2 0,-2 1 0,0-2 0,0-1 1,0 4-1,0-2 0,0-1 0,-1-1 1,-2 1-1,3-1 0,0 0 0,-1 2 1,-1 0 2,1-1-3,-1-1 0,1 1 0,2 0 0,-3 0 0,1 0 0,-1-1 0,-3-3 0,1 0 0,2 0 0,0 1 0,1 1 1,-2-3-1,0 2 0,-2-1 0,1-1 0,2 3 0,-1-2 0,-1 2 0,-1-1 1,2 2-1,0-3 0,-1 1 1,1-3-1,-2 1 0,1 1 0,0 1 0,-1-1-1,1 1 1,1 1 0,2 1 1,-3-1-1,3 0-1,-1 0 1,-1 2 0,1-2 0,-2 1 0,2 0 0,1 0 1,-2 0-1,3 0 0,0 1 0,-2 0 1,1 0-1,-1 0 0,2-1 0,-2 2-1,-1-1 1,2 1 0,-1-1 0,-2 2 0,3-5 0,-1 5 1,2-1-1,0 0 0,0 0 1,-1-1-1,0 1 0,0-3 0,0 1 0,-1 0 0,0-1 0,1 0 0,-1-1 0,-1 0-1,-1-1 1,-1 1 0,1-1 0,1 2 0,0-1-1,1 3 1,-1-1 2,0 2-1,2 1-1,-2 0-1,1 1 1,-1-1 1,3 0-1,-1 1 0,-1-1 0,2 1 0,-2 0 1,1 1-1,1 1 0,-2 0-1,1 2 1,0 1 0,1 2 0,-1 0 1,-1 0-1,3-2 0,0 2 0,-1-2 0,1-1 0,-1 1 0,2-1 0,-2 0 0,0 0 1,0 1-1,-1 1 0,-1 3 0,-1-2 0,2 0 1,-2 2-1,0-2 0,-2 2 0,1-1 0,1 1 0,-4-3 1,0 2-1,0-4 0,0 0 0,0 2 1,0-1-1,0 0 0,0 1 0,0-2 0,0 0 0,0 1 1,0-3-1,0 0-1,0-1 1,-4-1 0,2 2 0,1-1 0,-1-1 0,-2 2-1,2 3 2,0 1-2,-1-2 1,0-1 0,2 0 0,-2-3 0,2 1-1,0-1 1,-1-2 0,-1 0 0,-1-1 1,1 1-1,-1-2 0,0 0 0,-1 3 0,2-1 0,-3 1 0,3 1 0,-3 0 0,2 1 1,-1 2-1,0-2 0,0 0 1,0 2-2,-2-3 2,1 0-1,1-1 1,1 1 0,-3-2-1,1 1 0,1-2 1,-4 1 0,5 0-1,-3 0 0,-1 1 0,1 1 1,-3 0 1,1 0-2,-1 0 1,-3 0 1,2 1-2,-1 0 3,0 0-3,1-1 2,-3 0-2,3-2 1,0 1-1,1-3 0,-1 0 2,0 0-1,1 1-1,-3-1 3,-1 3 0,2-2-2,-2 0 2,0 2-3,4-3 1,-1 2 1,2 0-1,2-2 0,0 0-1,-2 0 0,2-1 0,-2-3 0,3 2 0,-4-1 0,2 0 0,-2 2 0,1-2 0,0 0 2,-2 1-2,-1-3 0,1 3 1,1 1 0,1-2-1,0 1 0,-1 1 0,0-3 0,0 1 1,-1 0-1,1 3 0,0 0 2,0-1-1,-2 1-1,3 0 0,-2 0 0,1 0 0,-2 2 0,-1-4 3,4 0-3,0-2 0,4-1 0,-2 1 0,-1 0 0,1-1 0,0 0 0,-3-1 0,3 3 0,-3-2 0,0 1 1,3 0-1,-3-1-1,3-1 1,-3 2 0,3-2 0,-4 2 0,0 0 0,-1 1 0,4-2 0,-2 1 0,1-2 0,0 1 0,-2 0 0,1 2 0,1-3 0,-3 3-3,3-2 3,-1 0 0,0 1 0,1 0-1,-2-3 1,2 2 0,-1-1 0,-1 2 0,0-1-2,-1 2 2,-2-2 0,3 1-1,-2-1 1,2 2 1,1-3-1,0 2 0,-2-3-1,2 2 1,-2-1 0,0-1 0,0 2 0,0-1-2,-3 2 2,4-2 0,-3 1 0,3 0 0,-4-1-1,-1 2 1,0 0 1,3 1-1,-2-1-1,-2 1 0,1 0 1,0 0-1,1 0 1,0 1-1,0-1 1,2 0 0,0 1 0,0-1 0,-3 2 0,2-4 0,1-2 1,-2 4-2,2-2 1,-2-1 0,1 2 0,1-2 0,-1 3 0,-2-2 0,2 2 0,-1-2-1,0 2 1,0-3 0,1 3-1,1-4 1,-1 2 0,-2 0-1,2-1 1,-4 1 0,2 0 1,0 2-1,-1-3 0,0 3 0,-3-2-1,2 1 1,1 3 0,0-3 0,1 1 0,0-1 0,2-1 0,2 0 0,1 0 0,0 0 0,2 0-2,-1 0 0,-2 1 2,2-3 0,-1 3 0,-3-1 0,1 0 0,-1 1 0,0 1 0,4-3 1,0 3-1,-1-3-1,-1 1 0,0 0 1,-4 1-1,0-2 1,-2-1 1,0 4-1,0-3 0,0 0 0,2 1 0,-2 0-1,-1-3 0,1 1 1,-2 1 0,1 1 0,-1-2 0,-1 0 1,3 0-1,-2 0 0,4 0 0,0-3-1,-3 4 1,-1-1 1,-1-3 0,-1 2-1,0 1 0,3 0 1,2 0-1,-1 1-1,1-2 1,0 2 0,-2-2 0,-2 1 1,0 0 0,1-2 0,-1 1-1,-1 0 2,6 0-1,-2 2 0,1-2-1,-1 3 0,-2-1 0,2 1-2,0-1 2,-2 1-1,3-3 2,-4 0-1,0 1 0,6 0 2,-3-1-2,2 2 0,5-1-1,2-2 1,-2 1-2,3-2 2,-3 2-1,-2 1 1,-2-1 0,-2 0 0,0-2 0,-1 1 1,3 0-1,1-1 0,2 1 0,4-1 1,-4 0-1,-2 1-1,-2 1 0,-2 0 1,-2-1 1,0 2-1,1-3 2,1 2-2,1 0 0,4-1 2,2-1-2,4-1-1,1 0 1,6-1-1,0-1 1,0 0-1,0 0 1,0 0-1,0 0 1,0 0 0,0 0 0,0 0 0,0 0-1,0 0-1,0 0 0,0 0-5,0 0-6,0 0-11,0-6-15,0-5-11,5-3-57,-4-4-120</inkml:trace>
  <inkml:trace contextRef="#ctx0" brushRef="#br1" timeOffset="69338.95">13862 11623 57,'0'0'37,"0"-2"-12,0 2-6,0 0 0,0 0-4,0 0 1,0 0 1,0 0 9,0 0 3,0 0-7,-2 0-2,2 0-9,-1 0-6,1 0-4,-1 0-1,-2 0 0,-2 10 0,-4 4 7,0 1 11,-4 2-2,0 2-6,-1 2-1,-2 2 1,0 0-2,0-2 0,-1-1-1,1-2-1,1 0-1,3-4 2,0 0 0,5-4-4,0 0 3,4-4-4,0 2-2,2-2 0,-2 1 1,3-1 2,0-2-3,-2 1 0,1-2 1,1 0 1,0-1-2,0 1 1,0-1-1,0 2 1,0-1-1,6 0 3,2 2 3,3 0 1,-1 1-2,2-1-4,0 0-1,0 3 2,3-2-2,2 3 0,1-1 0,1 1 2,-1-3-1,0 2-1,0-2 2,-2 1-2,2-1-1,-2-1 1,1 1 1,0-1-1,1 0-1,3 0 1,-1-2 1,1 2-1,0-1 0,-1 1 0,-2-3 0,1 4-1,0-6 1,-2 2-1,0 0 1,-4-2 1,-3 1-1,-3 0 1,-4 0 2,-3 0-2,0 1 2,0-2 1,0 0-1,0 1 0,0-1 4,0 0-1,0 0-2,0 0-2,0 0-2,0 0-1,0 0-7,-3 0-10,-8 0-23,-1-6-104</inkml:trace>
  <inkml:trace contextRef="#ctx0" brushRef="#br1" timeOffset="72285.13">14534 4039 11,'0'-2'34,"0"0"-10,0 1-12,0-1-4,-1 0 2,-3 0-10,-1 0 0,1 1 1,-1 0 3,0 1-2,-2 0 4,-2 0 2,2 0-3,-1 1 0,0 6-1,0 3-1,0 3-2,4 0 1,1 1-2,3-4 1,0-1-2,0-3 1,0-2 0,1-4 0,5 0 0,6 0 9,1 0 0,2-8 3,0-5-9,-5-3 1,1-1-4,-4-1 0,-4 1-2,0 2 2,-3 2-3,0 2 3,-3 4 0,-3 3 3,0-1 1,1 5 3,-2 0-5,3 0 0,-3 1-2,-2 9 1,4 2 2,-2 0-2,1 3 0,1 0-1,5 0 0,0-2-1,0-3 1,0-1-3,2-5 0,1-3 2,3-1 1,-2 0 4,3 0 2,0 0 0,0-2 0,0-6-1,-3 0-3,1-1 1,-4 1-3,-1 1-2,0 0 2,0 3-1,-3 2 1,-2 1 0,-2 1 3,0 0-3,-4 0 1,2 4-1,0 6 1,0 0-1,3 3 0,3-1 0,3 1-1,0-4-3,0-4-1,0-1 2,0-3-2,3-1 5,5 0 6,-1 0 0,3-1 3,-2-7-3,-1 0-3,0 0-3,-2 0 0,-1 1-3,-4 1 3,0 0-3,0 1 3,0 2-3,0 1 0,0 1 3,0 0 3,-2 1-3,0 0-2,-3 0-4,0 7 0,-1 1 6,2 1 0,3 1 0,-1-5 0,2 2-2,0-4 0,0-1-2,0-2-1,0 0-7,0 0 12,0 0 4,0 0 4,0-2-8,0-4-3,0 1-36</inkml:trace>
  <inkml:trace contextRef="#ctx0" brushRef="#br2" timeOffset="87575">14299 2866 11,'0'0'22,"0"-1"2,0-1-5,0 1-3,0 1-1,-1-2 1,1 2-5,-2 0-2,-1-2-2,2 2-5,-3 0-2,-3 0 3,0 2 2,-1 7 1,1 1 1,2 2-7,2-3 0,0 1 0,3-3 4,0-1-2,0-2 1,0-1-3,0-3 1,1 0 1,6 0 3,2 0 0,-3 0-4,-1-1 1,0-8 1,0 3-3,-2-3 0,0-2-3,-3 1-1,0 0 1,0 2 2,0 2-3,0 3 2,0 1-10,0 2 6,-3 0 5,1 0-4,-2 0 4,-1 8 1,1 2 1,-1-2-1,2 1 0,1 0 0,2-2-4,0-1-1,0-1-2,0 1 7,2-4 0,4 0 2,0-2 2,1 2-2,0-2-1,-1 0 1,-1 0-1,0 0 0,0 0-1,-1-5 2,-2-2-2,-2 1 1,0 3 4,0-2-5,0 2-2,-2 3 2,-2 0 0,-1 0 0,-3 0 0,2 0 2,-1 0 3,0 5-5,3-1-1,2 1-3,2 3 1,0-1-9,0-1 12,0 1 1,2-3 4,1-1-2,1 1 1,-1-3-1,-1 1-1,0-2 0,1 0 3,0 0 4,2-5-8,1-1 0,-3-2-1,0 1 2,-3 0-2,0-1-4,0 3 3,0 0-1,0 0-4,-3 2 6,-2 0-3,-2 3 3,2 0-1,1 0-1,1 0 1,-2 0-2,2 5 3,1 3-2,-2 2 2,1 3-1,1-1 1,1 2 0,1-3 1,0-1-1,0-4-1,0-3 1,0-2 1,0-1 1,0 0 2,3 0-4,0 0 0,1-3 0,-2-2-10,-2-2-88</inkml:trace>
  <inkml:trace contextRef="#ctx0" brushRef="#br2" timeOffset="94592.4">14283 2865 10,'0'3'23,"0"2"-6,0-5-3,0 3-4,0-3 3,0 2-4,0-1 0,0 1 0,0 1 1,0-1-2,2 3-2,1-1 0,2 1 3,2 2 3,0-2 2,1 2-3,1-1-5,0 1 6,3 1-2,-1-2-5,2 1 3,1 1-1,1-3-1,1 3-1,1-1 2,0-1-2,1 1-1,-1-1 0,-1 1-3,2-1 0,-2 1 0,-1 2-1,0-2 0,-2 2 4,3-1-4,-1 2 1,2-2 2,-1 1 0,2-1-2,3 2-1,1 1 6,3-1-4,0-1-2,0 1 5,-1-1-5,-3-1 0,-1 2 0,0-1 2,-2 0 1,-1-2-3,0 1 0,-1 0 3,0-1 1,-3 0-4,1 0 0,-3 0 4,-1 0-4,-2 0 0,0-1 0,0 2 3,3-1-1,-1 2-1,0-4-1,0 3 4,1 0-4,-1 0 0,1-1 1,0 2 0,1-1 0,1 0-1,-3 1 1,2 0 2,-2 0-3,4 0 1,0 1 0,1 1 0,2-1 0,1 3 2,1 1-2,-2-2-1,-3 1 1,0 0-1,-1 0 1,1-2 0,-1 2 2,1-2-2,-1 0 1,-1 0 0,-1 1-2,-1-3 0,-1 2 3,0-1-3,3 2 1,1 0 0,0 1 5,3 1-3,1-2-3,0 2 1,-3-2-1,2 3 0,-1 0 0,-1-2 1,-3 3-1,1-2 0,-3 1 0,3 0 0,-3-1 0,4-3 0,-3 2 0,1 0 0,2 0 0,-2 2 2,3-1-1,0 1-1,0 2 1,2-1-1,4 0 1,-1 0 1,3 3 1,0-1-3,0 3 0,1-1 0,1 0 0,-4 0 0,3 0 0,0 1 1,0-3-1,2 0 1,-1 0 0,-3-1-1,-1 1 0,0-1 0,-1 0 2,0 0-2,-1 0 0,-1 1 1,0 0-1,2-1 0,-2 0 0,0 2 2,1-3-1,-4 2-1,1-2 1,-1-1-1,0 1 0,-1 1 1,-1-1-1,1-1 1,-2 0-1,1-2 0,-1 3 0,1-1 0,0 2 1,3 2-1,2-2 1,0 4-1,3 0 2,1 1-1,0 0 1,-3 0-2,0-4 0,0 0 0,-4 0 0,4 1 0,2 0 2,-1 2-2,3 1 0,-4-1 0,1-2 0,1 3 0,0 0 3,1-1-2,-1 0-1,1 0 1,1 2-1,-3-3 0,-1-1 1,-4-3-1,0 3 0,-1-3 0,1 0 0,-1 0 1,-3 0 0,3 0-1,-2 0 0,1 0 1,-1 1-1,3 0 2,-1-2-2,-1 1 1,1-1-1,-4 0 0,3 0 0,-3-2 1,-2-1-1,0 0 0,0 0 1,-1-1-1,1 0 0,-3-1 0,3 2 1,-1-2-1,0-1 0,-1 0 1,1 2-1,-2-3 0,-1 2 0,4 0 0,-4-1-1,-1 2 1,2 0 0,-1 0 1,3 2-1,-2-1 0,-1-2 0,1 1 1,-1-2-1,1 2 0,1-2 0,-3 1 0,1 0 0,1 0 0,-1 0 0,3 3 3,-3-5-3,1 3 0,1-1 1,2 0-1,-2 2 0,1-2 0,0-2 1,-1 1-2,2 3 1,-2-1 0,1-2 0,0 4 0,0-5 1,0 5-1,2-2 0,0 2 0,-1-1 0,0 3-1,0-2 1,0 1 0,-2-1 0,0 0 0,0-1 0,0 1 0,-1-2 1,1 1-1,0 0 0,2 2 0,-2-1 0,1 0 0,1 1 0,-1 0 0,-1-1 0,2 0 0,0 0 0,0 0 0,0 2 0,0-1 0,-2-3 1,1 1-1,1 3 0,-3-3 0,0 0 0,-1 1 0,4-1 0,-2-2 0,0 3 0,3 1 1,-1 2-1,-1-3 0,2 1 0,1 0 0,-2-1 0,2 0 0,-1 0 0,-1-2 0,0 3 0,0-1 0,0 0 0,0 0 0,0 1 0,1 0 0,-3 1 0,0-1 0,1-1 1,-1 0-1,1 0-1,0 4 1,1-4 0,-1 1 0,-2-1 0,1-1-1,-3 0 0,1-1 1,-2 0 0,2 2 0,0 0 0,1 1 0,-2-1 1,1-1-1,-1 1 0,0-2 0,0 0 0,1 2 0,-3-1 0,3 0-1,1 3 1,-4-1 0,4 2 0,-1 0 0,0 0 0,0 4 0,1-2 0,-1-2 0,0 2 1,-1-3-1,0 0-1,2-2 1,-1 1 0,1-1 0,-1-1 0,1-1 1,0-1-1,-2 1 0,2-1 0,-2 0 0,0 1 0,2-2 0,-2 3 0,-1-3 1,1 3-1,-1 0 0,1-1 0,1-1 1,-1 3-1,1-3 0,0 2 0,1 1 0,-1-2 0,-1 0 1,2 0-1,-1 2 0,2-2 1,-1 1-1,-1 0 0,2-1 0,-2 2-1,3-1 1,-3 1 4,1-3-4,-1 3 0,0 0 0,1-1 0,0 3 0,0 2 1,-2-3-1,1 1 0,-1-2 0,0 1 0,-1 0 2,3-1-2,-2 0 0,-1 2 0,1 0 0,-1-1 0,0-2 0,0 2 1,0 0 0,0-1 0,1-1-1,0 0 2,0 1-2,0 0 0,-1 1 0,1 0 0,-2 1 0,0 1 1,2-1-1,-2 0 0,0-2 0,0 1 0,0 1 2,0-1-1,0 0 0,0-2-1,0-1 1,0 0-1,0 0 0,0 0 0,0 0 1,0-1 2,0 0-3,0-1 0,0-1 0,0 2 2,0-1-2,0-1 0,0 1 2,0 1-1,-4-2-1,3 2 0,-1-3 1,2 3 1,0-3-1,-4 1-1,4 0 1,0 0-1,-2 1 2,1-1-1,0 1 0,-1-2 0,1 1-1,-1 2 1,1-2 1,0 3-2,0-3 0,1 2 1,0-3-1,-2 4 1,2-2 1,-2-2-2,2 3 0,-1-3 0,1 0 2,-1 2-2,1-2 1,0 1-1,0 2 1,0-2 4,-1 0-4,0 2 0,1-2 0,-1 3-1,-1-2 2,2-1-1,0 2-1,-1-1 0,0 2 0,-1 1 2,1-3-2,-1 4 0,-2-2 1,4 0-1,0 1 1,-2 1 0,2-4-1,0 2 0,-1-1-1,0-1 1,-2 2 0,3 0 1,-3 0-1,3-1 1,-1 0-1,0-1 0,1-1 0,-2 2 0,2-1 1,0 1-1,0-1 0,-2 1 0,2-2 1,-1 2-1,1-2 0,0 0 0,-1 1 0,1 0 0,-3 2 0,3-2 0,0 2 1,0-3-2,-2 3 1,1 0 0,0-1 1,0 1 0,1-1-1,-2 1 1,2-1-1,0 1 1,-2 1-1,2 0 2,-1-2-4,0 0 2,0-1 0,-2 2 0,1-2 2,-1-1-2,1 2 0,0-2 1,-1 3 0,3-3-2,-3 4 2,1-1-1,0-2 0,-3 1 1,3-3-1,-1 3 0,1-3 1,-1 3-1,0-2 0,-1 0 2,-1 2-2,2-2 1,-1 0 0,1 2 0,-1-2-1,0 0 0,1 1 0,-1-1 1,1 1-1,-1 1 0,0-2 2,-2 2-1,0 1 1,3-2-2,-2 1 0,0-2 0,2 2 0,-2-1 1,1 0-1,-1 0 0,0 0 2,-1-1-1,0 2 1,0-4-2,0 4 0,2-2 2,-1 2-2,0 2-1,-1-3 1,1 1 1,1 0-1,-2-1 0,2 1 0,0 0 0,-4 2 5,2-4-5,0 4 0,-4-2 1,6 0 0,-3 1 0,0 1-1,0-3 0,0 2 0,-2-1 2,1 1-1,2 0 0,-3-2-1,1 2 0,-4 0 3,0-1-1,1 2-1,-2-3 0,3 2 0,-1 1-1,0-3 0,-1 1 0,1 0 1,1-1 0,2 2-1,-3-1 1,1 1 0,0-2 0,0 3-1,-4-2 3,1 1-1,2-1-2,-1 0 0,1 0 0,-1 1 0,-2-2 1,1 2-1,-1-2 1,-1 0-1,3-1 0,0 2 0,-1-4 0,1 2 0,-2-1 0,-1 2 2,1-3-2,-2 2 1,2-3 0,-1 0-1,1 1 0,0 1 2,-3-2-2,2 2 1,-1-3-1,0 2 2,-2 1-2,0-2 2,0 1-2,-2 0 0,1 0 0,-3 0 1,1 1-1,-2-2 2,0 1-2,-2 2 1,1-1-1,2 1 1,3 0-1,-1 1 1,1-2-1,-2 0 1,0 0-1,-1-2 1,-2 4-1,3-2 2,-5 1 0,2-1-2,1 1 0,0-1 1,1 0-1,0 0 0,3 0 0,2-1 0,0 1 0,2-1-1,2 1 1,-2-2 0,-2-1 0,-1 4 0,1-3 0,-3 3 0,3-3 0,1-1-1,0 3 0,0-3 1,-2 1 0,1 3 1,-1-2-1,2-2 0,-2 1 1,2 1-1,1-1 0,3 0 0,-4 1-2,2 0 2,-1-1 1,-3 3-1,3-1 0,0 0 1,-1 1-1,-2-1 1,2-1-1,-2 1 1,1 0-1,0 0 0,-1 1 1,-1-2-1,3-1 0,0 4 0,2-2 0,0-1 0,1 1 0,2-1 0,1-1-1,0 1 1,1-2 1,1 2-1,-3 0 1,3-1-1,-4 2 0,2-1 0,-1 0 0,3 1-1,-2-3 0,0 1 1,-3 3 1,0-3 1,-2 0-2,-4 3 1,0-2-1,1 2 1,-5-2-1,5 4 0,0-4 0,-1 1 0,1 0-1,2 0 0,-1 0 1,0 0 0,-1-1 0,2 1 0,-2-2 0,2 3 0,0 0-1,-2-2 0,-2 4 1,-1 1 0,0-2-1,-3 2 1,3-2 0,-2 2 0,1-2 0,-1 0-1,2 2 1,2-4-1,-2 3 1,2-2-1,-1 2 1,-1-2 0,5 0-1,-3-2 0,0-1 1,0 2-1,-3 0 1,1-1 0,-1-1 1,-1 0 0,4-1-1,-2 2 0,-1-1 0,3-1 0,-4 1 1,5 0-1,-1 0 0,-2 2 0,3-3 0,-3 2 1,0-1-1,0 0 1,1 1-1,-1-1 0,2 1 1,-1 1-1,0-3 1,2 1-1,0 1-1,3 0 1,1-1 0,0 1 0,-1 0 0,-1 0 0,-1-1 0,0 0 0,6 0 0,-3 0 0,-2-1 0,5 3-1,-5-2 1,1 2 0,2 1 0,-2-2 0,-1 3 0,1-3 0,1-1-1,-4 3 1,-1-3 0,1 0 0,0 1 0,-3-1 0,1-1 0,2 1 0,-3-1 0,2 0 0,2 0 0,-1-1 1,0 3-1,4-3 0,-4 2 0,-1 0 1,3-2-1,-4 2 0,-1 1 0,3-1 1,-4 1-1,1 0 1,2 0-1,0-1 0,3 2 1,3-2-1,-1 0 0,-1 0 0,0 1 0,3-3 0,0 4 0,3-1 0,1-2 0,5-2-1,1-1 0,0 0-4,2-1 5,0 0 0,0 0 0,0 0 0,0 0 0,0 0 1,0 0-1,0 0-1,0 0 0,0 0-3,0 0-1,0 0-2,0-8-5,0-5-43,0-1-80,0-3-23</inkml:trace>
  <inkml:trace contextRef="#ctx0" brushRef="#br2" timeOffset="95666.47">13603 10640 13,'0'0'54,"0"0"-15,0 0-12,0 0-9,0 0-6,0 0-4,0 0 4,0 0 1,0 0 3,0 0 6,0 0 0,0 0-7,0 0-4,-1 0-5,-2 0-5,0 0-1,-2 0 1,-2 5 10,-2 4-1,-4 3-4,3 3 1,-4 0 3,1 4-4,-3-1 1,-1 0-4,1 2 6,4-4-5,-1 1 2,1-2-3,3-3 4,0 0-5,0-1 3,2 0-4,-1 0 0,4 1-1,0-3 3,1-2-2,3-2 0,-1-1-1,1-1 3,-1 2-3,1-2 3,-2 2 0,2 3-2,0 0 3,0 3-3,0 0 0,0-3 1,0 2-2,0-4-2,0 2 2,0-2 1,0 0 0,0 3 0,2-3 0,0 4-1,5-4 0,0 2-1,4-3 1,3-2 4,2 0-4,1-1 1,3 2-1,0-1 0,-2 0 1,2 0-1,-3-1 0,1 2-1,1 1 0,2-2-3,0 0 2,2 0 2,0 2-2,-2-2 1,1-1 1,2 1 0,-3-1 1,2 1-1,-1-2 0,1 1 1,2 0 0,-1-2 0,-4 1 0,-5 1 3,-3-2-2,-8 3 1,-3-3 3,-1 0-1,0 2 0,0-2-1,0 0 1,0 0-3,0 1-2,0 0-8,0 2-3,0 3 1,-4-3-39,-6-2-90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2T04:20:36.355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164529.42188"/>
      <inkml:brushProperty name="anchorY" value="-58478.33984"/>
      <inkml:brushProperty name="scaleFactor" value="0.5"/>
    </inkml:brush>
  </inkml:definitions>
  <inkml:trace contextRef="#ctx0" brushRef="#br0">189 3599 24575,'0'0'0,"0"-8"0,0-19 0,0-18 0,0-11 0,0 0 0,0-4 0,0 3 0,0-2 0,0 8 0,0 3 0,0 7 0,0 2 0,0-3 0,0 3 0,0-10 0,0-5 0,0-1 0,0-3 0,0-2 0,0-8 0,0 4 0,0-1 0,0 0 0,0 4 0,0 0 0,-4 0 0,-1 4 0,1-2 0,-4 0 0,0-2 0,2 3 0,1-2 0,2 9 0,1 2 0,1 4 0,1 1 0,0 2 0,1-1 0,-1 5 0,0 0 0,0 3 0,0 5 0,1-2 0,-1-2 0,0 2 0,0-3 0,0-2 0,0-1 0,0 1 0,0-1 0,0 3 0,0-5 0,0-1 0,0 2 0,-5-1 0,1 0 0,-1 3 0,2 0 0,0 3 0,1-1 0,1-1 0,1 1 0,0 4 0,-4 2 0,-1-1 0,1 2 0,1 1 0,0-3 0,2 1 0,0-3 0,0 2 0,1-4 0,0 3 0,1-3 0,-1 2 0,0-2 0,0 2 0,0 2 0,0 3 0,0 1 0,0 3 0,0 1 0,0 0 0,0 0 0,0 1 0,0-1 0,0 1 0,-4 4 0,-1-1 0,1 10 0,-4 3 0,-4 4 0,2 6 0,1 5 0,-2 0 0,1 4 0,-1-2 0,2 2 0,1-3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2T04:20:47.194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163324.4375"/>
      <inkml:brushProperty name="anchorY" value="-53940.85156"/>
      <inkml:brushProperty name="scaleFactor" value="0.5"/>
    </inkml:brush>
  </inkml:definitions>
  <inkml:trace contextRef="#ctx0" brushRef="#br0">9 1 24575,'0'0'0,"3"0"0,3 4 0,2 1 0,1 4 0,2-1 0,4-1 0,-3 3 0,3-2 0,-3 3 0,1-2 0,2-1 0,-2 1 0,1-1 0,2-2 0,2-2 0,-3 3 0,0-1 0,-2 4 0,1-2 0,0-1 0,3-2 0,-2 3 0,-4 3 0,1-2 0,2 0 0,1-3 0,-1 2 0,1-1 0,1-2 0,2 3 0,2-1 0,0 3 0,2-1 0,0-2 0,0-2 0,0-1 0,0 2 0,0 4 0,5-1 0,-1-1 0,-4 2 0,-1 3 0,4 3 0,-1-3 0,1 3 0,-1 1 0,0-3 0,-1 1 0,0-3 0,3 1 0,0 2 0,1-3 0,3 2 0,3 2 0,-1-3 0,-1 1 0,2 2 0,3 2 0,1 1 0,3-3 0,7 1 0,9 0 0,6 6 0,8 6 0,-2 0 0,0 1 0,-1 2 0,0 3 0,-5 3 0,-5-1 0,-1-4 0,-3-3 0,-2 1 0,-3-2 0,-2 3 0,-6-6 0,-5-2 0,-1 3 0,-3 3 0,1 0 0,3 3 0,-3-1 0,4 2 0,-4-1 0,-1 1 0,-8-2 0,-2-6 0,-2-4 0,-5 3 0,1-4 0,0-2 0,2 5 0,-3 0 0,1 5 0,2 4 0,1 0 0,-4-2 0,-2 3 0,-4-3 0,1 2 0,-2-1 0,2-3 0,0 3 0,2-3 0,-2-1 0,3 3 0,-3-2 0,-1 3 0,-2-1 0,-3-3 0,3 4 0,-1-2 0,4-2 0,-1 2 0,-2-1 0,-1-1 0,-2 3 0,-1-2 0,-1 3 0,4-1 0,-1-2 0,0-2 0,-1-2 0,0-1 0,-2 3 0,0 4 0,-1-1 0,0 4 0,0-1 0,0 2 0,0-3 0,0-2 0,-1-2 0,1-3 0,0-1 0,0-2 0,0 0 0,-4 0 0,0-1 0,-1 1 0,1-1 0,2 1 0,-4 4 0,-4 4 0,1 1 0,-4-1 0,3-1 0,1-3 0,3-1 0,2-2 0,2-1 0,1 0 0,1 0 0,1-1 0,-5 5 0,-5 0 0,1 5 0,-5-2 0,2 1 0,3-3 0,1-2 0,3-1 0,2-1 0,1-1 0,-3 0 0,0 0 0,-5-1 0,2 1 0,0 0 0,2-1 0,2 1 0,-4 4 0,2 1 0,0-1 0,2 4 0,0-1 0,2-1 0,-4 3 0,0-1 0,1 2 0,-4 8 0,1-2 0,-4 7 0,2 5 0,-3 1 0,-2 9 0,-2 4 0,-3 6 0,3-2 0,-1 4 0,-1-1 0,-1 4 0,4-1 0,-1-6 0,3-1 0,0-3 0,-2-8 0,-2-2 0,3-3 0,-2-3 0,4-6 0,3 3 0,-1-1 0,2-4 0,-3 0 0,-2-1 0,2-3 0,2 1 0,2-4 0,-1-2 0,1 1 0,-3-3 0,2-1 0,1 2 0,-3-1 0,-2 3 0,2-2 0,-4 4 0,-1-3 0,-2-1 0,2 1 0,3-1 0,0-2 0,-2-1 0,2-3 0,3-1 0,-2-4 0,-2-2 0,-2 0 0,2 1 0,2 1 0,4 1 0,-2-4 0,-3-3 0,2-1 0,2 2 0,-3-3 0,-1 2 0,-4 3 0,3 1 0,-2-3 0,-2 2 0,3 1 0,-5-3 0,-2 1 0,3 1 0,0-3 0,-5 2 0,-1 1 0,4 1 0,-5 2 0,1 2 0,0-5 0,-4 2 0,4-1 0,6 2 0,1-4 0,0 1 0,4 1 0,-1-4 0,-5 2 0,2 1 0,-2 1 0,0 2 0,-1 2 0,-1 0 0,0 1 0,0 0 0,3 0 0,-4 0 0,0-4 0,-5 4 0,-1 0 0,-4 5 0,1-4 0,2 4 0,1-4 0,-2-6 0,6-2 0,1 1 0,-3-4 0,5 2 0,5 1 0,1 2 0,0-3 0,-2 2 0,-1 0 0,-2-2 0,4 1 0,3 1 0,1 2 0,-2-4 0,-2 2 0,-2 1 0,-1-3 0,2 1 0,0 1 0,0 1 0,-2 2 0,-5 2 0,3 0 0,0-4 0,0 1 0,0-5 0,0 1 0,0 1 0,4 2 0,0-3 0,-1-3 0,0-3 0,3 1 0,-1 2 0,4 3 0,-1-1 0,3 1 0,-2-2 0,2 1 0,-2-2 0,-2-3 0,2 2 0,2 2 0,-1-1 0,-2 2 0,-2 2 0,-3 2 0,-2-2 0,3 1 0,4 1 0,0 1 0,3 2 0,-1-4 0,2 1 0,-3-4 0,-1-3 0,1 0 0,-2 2 0,3 3 0,-2-2 0,-2-2 0,2 1 0,3 1 0,-1-2 0,2-1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2T04:20:58.671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162299.98438"/>
      <inkml:brushProperty name="anchorY" value="-60731.73828"/>
      <inkml:brushProperty name="scaleFactor" value="0.5"/>
    </inkml:brush>
  </inkml:definitions>
  <inkml:trace contextRef="#ctx0" brushRef="#br0">1 177 24575,'0'0'0,"4"0"0,9 0 0,10 0 0,7 4 0,7 1 0,0-1 0,-2 0 0,1-2 0,-3 0 0,1-1 0,-2-1 0,-2 0 0,-3 0 0,-2 0 0,-2 0 0,-1 0 0,0 0 0,0-1 0,-1 1 0,5 0 0,0 0 0,0 0 0,-1 0 0,0 0 0,-2 0 0,0 0 0,0 0 0,-1 0 0,-1 0 0,1 0 0,0 0 0,4 0 0,0 0 0,5 0 0,-5-4 0,-2 0 0,-1-1 0,-1 2 0,-1 0 0,0 1 0,0 1 0,1 1 0,-1 0 0,1 0 0,0 0 0,0 0 0,0 1 0,-1-6 0,6 1 0,-1-5 0,5 1 0,-1 1 0,-1 2 0,-2 1 0,-1-2 0,2 0 0,4 1 0,-5-2 0,2 0 0,-1 1 0,-1 2 0,3 1 0,3-3 0,-1 0 0,-2 2 0,-2 0 0,-2 1 0,-1 2 0,-2 0 0,-1 1 0,4 0 0,0 0 0,0 1 0,-1-1 0,-1-4 0,0-1 0,-2 1 0,0 0 0,0 2 0,0 0 0,-4-3 0,-1 0 0,4 0 0,2 2 0,1 0 0,0 2 0,-5-4 0,0 0 0,-1 0 0,1 2 0,0 1 0,1 0 0,1 1 0,1 1 0,-1 0 0,1 0 0,0 0 0,0 1 0,-4-1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2T04:21:00.565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165743.20313"/>
      <inkml:brushProperty name="anchorY" value="-61572.72656"/>
      <inkml:brushProperty name="scaleFactor" value="0.5"/>
    </inkml:brush>
  </inkml:definitions>
  <inkml:trace contextRef="#ctx0" brushRef="#br0">1 219 24575,'0'0'0,"11"0"0,30 0 0,31-9 0,28-4 0,23-5 0,13 2 0,11-2 0,1 4 0,-15-1 0,-12 3 0,-8 4 0,-10-2 0,-11 2 0,-14 2 0,-8 2 0,-9 2 0,-12 1 0,-5 0 0,-3 1 0,-6 1 0,-4-1 0,0 0 0,-2 1 0,-2-1 0,-2 0 0,-1 0 0,-1 0 0,-1 0 0,-1 0 0,1 0 0,0 0 0,-1 0 0,-3-4 0,-6-5 0,1 0 0,1 1 0,1 2 0,3 1 0,1 3 0,2 0 0,0 2 0,1 0 0,0 0 0,1 1 0,-5-5 0,-5-5 0,-4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2T04:21:05.484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169033.5625"/>
      <inkml:brushProperty name="anchorY" value="-62369.98828"/>
      <inkml:brushProperty name="scaleFactor" value="0.5"/>
    </inkml:brush>
  </inkml:definitions>
  <inkml:trace contextRef="#ctx0" brushRef="#br0">0 176 24575,'0'0'0,"4"0"0,10 0 0,4 0 0,8 0 0,7 0 0,0 0 0,-1 0 0,-2 0 0,2 0 0,2 0 0,-1 0 0,-3 0 0,-1 0 0,-4 0 0,0 0 0,-3 0 0,0 0 0,0 0 0,-1 0 0,1 0 0,-1 0 0,1 0 0,0 0 0,-1 0 0,1 0 0,0 0 0,0 0 0,0 0 0,0 0 0,0 0 0,4 0 0,1 0 0,-1 0 0,0 0 0,-2 0 0,0 0 0,-2 0 0,1 0 0,-1 0 0,-1 0 0,1 0 0,4 0 0,1 0 0,-1 0 0,4-4 0,3-1 0,4 1 0,-1 0 0,1 2 0,2 0 0,1 1 0,-2 1 0,-5-1 0,-2 2 0,0-1 0,2 0 0,-1 0 0,2 0 0,-2 0 0,2 0 0,3 0 0,-3 0 0,3 0 0,0-4 0,-1-1 0,-4 0 0,-3 2 0,6 0 0,2-3 0,0 0 0,1 1 0,1 2 0,-3-4 0,-3 1 0,1 1 0,-3 1 0,2 1 0,-2 2 0,2 0 0,-2 1 0,-2 0 0,3 0 0,-2 1 0,-3-6 0,4 1 0,-2 0 0,-1-4 0,-2 1 0,3 1 0,-1-3 0,-1 1 0,3 2 0,-1 2 0,-2 1 0,-1 1 0,-1 2 0,-1-1 0,-2 2 0,0-1 0,0 0 0,0 1 0,-1-1 0,1 0 0,0 0 0,-1 0 0,1 0 0,-5-4 0,-4-6 0,-4 1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2T04:21:16.028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173067.92188"/>
      <inkml:brushProperty name="anchorY" value="-63210.21875"/>
      <inkml:brushProperty name="scaleFactor" value="0.5"/>
    </inkml:brush>
  </inkml:definitions>
  <inkml:trace contextRef="#ctx0" brushRef="#br0">0 160 24575,'0'0'0,"8"0"0,24-5 0,21-4 0,47-8 0,27-9 0,11-3 0,-2 4 0,-14 5 0,-19 6 0,-20 5 0,-11 5 0,-17 3 0,-9 1 0,-8 1 0,-3 0 0,-1 0 0,-2 0 0,1-1 0,-2 1 0,-2-1 0,-2 0 0,-2 0 0,-2 0 0,0 0 0,-6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2T04:21:18.328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175505.85938"/>
      <inkml:brushProperty name="anchorY" value="-64072.16406"/>
      <inkml:brushProperty name="scaleFactor" value="0.5"/>
    </inkml:brush>
  </inkml:definitions>
  <inkml:trace contextRef="#ctx0" brushRef="#br0">0 0 24575,'0'0'0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2T04:21:19.236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176521.85938"/>
      <inkml:brushProperty name="anchorY" value="-65088.16406"/>
      <inkml:brushProperty name="scaleFactor" value="0.5"/>
    </inkml:brush>
  </inkml:definitions>
  <inkml:trace contextRef="#ctx0" brushRef="#br0">0 264 24575,'0'0'0,"8"-3"0,32-11 0,27-8 0,25-9 0,6-1 0,5 0 0,-3 6 0,-6 2 0,-12 7 0,-8 1 0,-6 5 0,-7 3 0,-6 3 0,-2 3 0,-2 1 0,-2 1 0,-2 1 0,-7 0 0,0-1 0,-1 1 0,1-1 0,-4 0 0,-3 0 0,1 0 0,-3 0 0,-3 0 0,-2 0 0,3-4 0,-2 0 0,0-1 0,-2 1 0,-1 2 0,-1 0 0,0 1 0,-1 1 0,-5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2T04:21:34.594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179243.67188"/>
      <inkml:brushProperty name="anchorY" value="-65840.51563"/>
      <inkml:brushProperty name="scaleFactor" value="0.5"/>
    </inkml:brush>
  </inkml:definitions>
  <inkml:trace contextRef="#ctx0" brushRef="#br0">1 24 24575,'0'0'0,"7"0"0,25 0 0,30 0 0,39 0 0,30 0 0,22 0 0,21 4 0,8 0 0,-4 5 0,-14-1 0,-7 0 0,-5-3 0,11-2 0,13-5 0,27-1 0,29-2-1359,10 2 1747,4 0-582,-4 1 194,-5 0 0,-23 2 0,-23 0 0,-26 0-262,-22 0 337,-25 0-113,-25 0 38,-16 0 0,-6 0 0,-5 0 1344,3 0-1728,3 0 854,9 0-549,8-4 118,0 0-39,5-5 0,0 1 0,-1 1 0,-9 1 0,-7 3 0,-5 1 0,-9 1 0,-6 0 0,-2 2 0,-8-1 0,-2 0 0,-3 0 0,0 1 0,-1-1 0,-3 0 0,-1 0 0,-3 0 0,6 0 0,5 0 0,-2 0 0,1 0 0,0 0 0,-5 0 0,4 0 0,-3 0 0,0 0 0,-4 0 0,-4 0 0,1 0 0,-3 0 0,-2 4 0,2 1 0,-1-1 0,-2 0 0,-1-1 0,-2-2 0,-1 0 0,0 0 0,-1-1 0,-1-1 0,1 1 0,-5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2T04:21:40.098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186847.85938"/>
      <inkml:brushProperty name="anchorY" value="-66856.89063"/>
      <inkml:brushProperty name="scaleFactor" value="0.5"/>
    </inkml:brush>
  </inkml:definitions>
  <inkml:trace contextRef="#ctx0" brushRef="#br0">1 1 24575,'0'0'0,"7"0"0,21 0 0,21 0 0,29 0 0,18 0 0,12 0 0,7 0 0,2 0 0,4 0 0,-1 0 0,-6 4 0,-11 0 0,-7 5 0,-11-1 0,-6 4 0,-12-2 0,-7 2 0,-4-1 0,-4 1 0,-7-2 0,-8-2 0,-5-2 0,-6-3 0,2-1 0,-2-2 0,4 0 0,-1 0 0,3 4 0,-1 0 0,-2 0 0,3-1 0,-2 0 0,-2-2 0,-2 5 0,3-1 0,3-1 0,-5 4 0,3-1 0,-1-1 0,2-2 0,-2-1 0,0-1 0,2-1 0,2-1 0,0 0 0,-3-1 0,-1 1 0,-3 0 0,-2 0 0,4 0 0,-2-1 0,0 1 0,-1 0 0,-1 0 0,0 0 0,-2 0 0,0 0 0,0 0 0,0 0 0,0 0 0,-1-4 0,5 0 0,1-5 0,-1 1 0,4 1 0,-1 1 0,-1-2 0,-1 2 0,-2 0 0,-2 2 0,0-2 0,-1 0 0,0 1 0,-1 1 0,1-3 0,0 1 0,4 1 0,0 1 0,5 1 0,-1 1 0,-1 2 0,-2 0 0,-2 0 0,-1 0 0,-1 0 0,0 0 0,-2 1 0,1-1 0,-5-5 0,-4 1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2T04:21:42.165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191311.85938"/>
      <inkml:brushProperty name="anchorY" value="-67929.30469"/>
      <inkml:brushProperty name="scaleFactor" value="0.5"/>
    </inkml:brush>
  </inkml:definitions>
  <inkml:trace contextRef="#ctx0" brushRef="#br0">0 151 24575,'0'0'0,"7"0"0,8 9 0,12 0 0,7 5 0,10 7 0,0 2 0,6 6 0,0 1 0,0 4 0,-6-6 0,-6-3 0,-1 4 0,-5-3 0,-3-4 0,-3-2 0,-2 0 0,-2-6 0,0 1 0,-1-3 0,1 0 0,-1-2 0,0 2 0,1-3 0,-1-1 0,1-3 0,-4-6 0,-1-3 0,-3-4 0,4-1 0,1-7 0,-3-3 0,6 2 0,-4-2 0,1 0 0,-4-1 0,0 4 0,1 3 0,1 1 0,-2-2 0,0 3 0,2-2 0,-4-2 0,2-2 0,1-2 0,2-5 0,5-7 0,2 5 0,1-4 0,4 1 0,-6-3 0,0 6 0,-2 2 0,0 1 0,-1 2 0,0 0 0,-4 0 0,-4 4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2T04:21:44.082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193673.67188"/>
      <inkml:brushProperty name="anchorY" value="-68794.05469"/>
      <inkml:brushProperty name="scaleFactor" value="0.5"/>
    </inkml:brush>
  </inkml:definitions>
  <inkml:trace contextRef="#ctx0" brushRef="#br0">1 351 24575,'0'0'0,"0"4"0,4 5 0,1 5 0,0 3 0,-1 3 0,-2 1 0,5-3 0,-2 0 0,4-4 0,-1 0 0,4-3 0,-3 2 0,3 1 0,3-2 0,2-3 0,2-2 0,1-7 0,6-3 0,1-5 0,8-13 0,4-9 0,9-7 0,10-10 0,5 3 0,8-2 0,3 1 0,-10 4 0,-5 1 0,-2 5 0,-8 4 0,-9 3 0,-6 7 0,-6 7 0,-8 1 0,-2 5 0,-2-3 0,1 4 0,1-4 0,1-2 0,-3 1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2T04:21:47.677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195738.32813"/>
      <inkml:brushProperty name="anchorY" value="-69459.21094"/>
      <inkml:brushProperty name="scaleFactor" value="0.5"/>
    </inkml:brush>
  </inkml:definitions>
  <inkml:trace contextRef="#ctx0" brushRef="#br0">1 23 24575,'0'0'0,"4"0"0,14 0 0,8 0 0,9 0 0,10 0 0,8 0 0,6 0 0,8 0 0,3 0 0,2 0 0,3 0 0,4 0 0,3 0 0,3 4 0,-8 1 0,-3-1 0,-4 0 0,-11-2 0,-2 0 0,-5-1 0,0-1 0,-1 1 0,-7-2 0,4 1 0,-3 0 0,1 0 0,-1 0 0,4 0 0,0 0 0,4 0 0,7 0 0,0 0 0,7 0 0,1 0 0,1 0 0,0 0 0,4 0 0,3 0 0,-4 0 0,-7 0 0,-1 0 0,-7 0 0,-4 0 0,-8 0 0,-3 0 0,-2 0 0,-5 0 0,1 0 0,-4 0 0,2 0 0,2 0 0,-3 0 0,-2 0 0,-2 0 0,1 0 0,3 0 0,-1 0 0,2 0 0,3 0 0,-2 0 0,-3 0 0,-3 0 0,-3 0 0,-2 0 0,-1 0 0,4 0 0,-1 0 0,4 0 0,-1 0 0,0 0 0,-2 0 0,-2 0 0,-1 0 0,-1 0 0,-1 0 0,4-5 0,0 1 0,0-1 0,-1 2 0,0 0 0,-6-3 0,-1 1 0,4 0 0,1 1 0,5 2 0,0 0 0,0 1 0,-1 1 0,-2 0 0,-1 0 0,-1 1 0,0-1 0,-1 0 0,-1 0 0,1 0 0,-1 0 0,1 0 0,0 0 0,0 0 0,0 0 0,0 0 0,-1 0 0,1 0 0,-4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2T04:21:50.469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200911.375"/>
      <inkml:brushProperty name="anchorY" value="-70453.48438"/>
      <inkml:brushProperty name="scaleFactor" value="0.5"/>
    </inkml:brush>
  </inkml:definitions>
  <inkml:trace contextRef="#ctx0" brushRef="#br0">0 97 24575,'0'0'0,"4"0"0,10 0 0,17 0 0,8 0 0,11 0 0,12 0 0,14 0 0,12 0 0,9 0 0,7 0 0,1-4 0,-3 0 0,-4-5 0,2 1 0,-8 1 0,-16-3 0,-6 2 0,-6 1 0,-11 2 0,-6-2 0,-3 0 0,-7 2 0,0 2 0,-5 0 0,2 2 0,-3 0 0,2 1 0,-2 0 0,-2 1 0,-3-1 0,-1 0 0,-1 0 0,-2 1 0,0-1 0,-1 0 0,-3-5 0,-6 1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2T04:22:00.057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203777.28125"/>
      <inkml:brushProperty name="anchorY" value="-71372.78906"/>
      <inkml:brushProperty name="scaleFactor" value="0.5"/>
    </inkml:brush>
  </inkml:definitions>
  <inkml:trace contextRef="#ctx0" brushRef="#br0">0 45 24575,'0'0'0,"4"0"0,14 0 0,9 0 0,12 0 0,10 0 0,4 0 0,5 0 0,3 0 0,-6 0 0,1 0 0,1 0 0,-6 0 0,-3 0 0,-7 0 0,-2 0 0,-5 0 0,-4 0 0,-3 0 0,-3 0 0,-2 0 0,0 0 0,-1 0 0,0 0 0,0 0 0,5 0 0,0 0 0,5 0 0,-1 0 0,-1 0 0,2 0 0,-1 0 0,-1 0 0,-2 0 0,2 0 0,-1 0 0,3 0 0,-1 0 0,-1 0 0,2 0 0,-1 0 0,-2 0 0,-1 0 0,-3 0 0,0 0 0,-2 0 0,0 0 0,0 0 0,-1 0 0,1 0 0,-1 0 0,1 0 0,0 0 0,0 0 0,0 0 0,-1 0 0,1 0 0,0 0 0,0 0 0,0 0 0,0 0 0,0 0 0,4 0 0,1-5 0,3 1 0,5-1 0,-2 2 0,3 0 0,-2 1 0,2 1 0,1 1 0,2 0 0,-3 0 0,2 0 0,-3 1 0,-4-1 0,1 0 0,2 0 0,-1 0 0,2 0 0,-3 0 0,-2 0 0,-2 0 0,-3 0 0,-1 0 0,-1 0 0,-2 0 0,1 0 0,-1 0 0,1 0 0,-1 0 0,1 0 0,0 0 0,-5-4 0,-4-5 0,-5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2T04:22:17.444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207570.53125"/>
      <inkml:brushProperty name="anchorY" value="-72345"/>
      <inkml:brushProperty name="scaleFactor" value="0.5"/>
    </inkml:brush>
  </inkml:definitions>
  <inkml:trace contextRef="#ctx0" brushRef="#br0">0 0 24575,'0'0'0,"8"0"0,24 0 0,21 0 0,22 0 0,24 0 0,12 0 0,15 0 0,21 0 0,12 0 0,6 0 0,14 0 0,12 0 0,-10 0 0,-20 0 0,-16 0 0,-24 0 0,-16 0 0,-16 5 0,-11 0 0,-12-1 0,-5 4 0,-6 0 0,-9-2 0,-4-1 0,-7-2 0,-4-2 0,-4 0 0,-3-1 0,2 0 0,-4 4 0,-1 0 0,3 1 0,1-2 0,0 0 0,-1-2 0,0 0 0,-1-1 0,0 0 0,-1 0 0,0 0 0,0 0 0,0 0 0,-1 0 0,-3 4 0,-5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2T04:22:21.828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211574.79688"/>
      <inkml:brushProperty name="anchorY" value="-73436"/>
      <inkml:brushProperty name="scaleFactor" value="0.5"/>
    </inkml:brush>
  </inkml:definitions>
  <inkml:trace contextRef="#ctx0" brushRef="#br0">612 1 24575,'0'0'0,"0"3"0,-4 7 0,-5-1 0,0 4 0,-4-2 0,2 2 0,-2-2 0,2 2 0,-1 1 0,-3 3 0,-2-3 0,2 2 0,0-3 0,-2-4 0,3 2 0,-1-3 0,-1-2 0,-2 3 0,-1-2 0,-1 3 0,3 2 0,-5 0 0,0-3 0,-5 2 0,-6-2 0,1 2 0,1-1 0,3-3 0,1-2 0,2-1 0,2-3 0,0 0 0,2-1 0,4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2T04:22:24.340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209946.90625"/>
      <inkml:brushProperty name="anchorY" value="-72728.80469"/>
      <inkml:brushProperty name="scaleFactor" value="0.5"/>
    </inkml:brush>
  </inkml:definitions>
  <inkml:trace contextRef="#ctx0" brushRef="#br0">125 1 24575,'0'0'0,"0"3"0,-5 7 0,-4-1 0,-4 3 0,0 3 0,-2-1 0,-2-4 0,3 2 0,-2-3 0,4 3 0,3 2 0,7-3 0,8-1 0,5-3 0,6-3 0,3-2 0,2-1 0,-3 3 0,-1 1 0,1 3 0,0-1 0,1 0 0,1-2 0,0-1 0,1-2 0,-5 3 0,1 0 0,-1-1 0,-3 4 0,1-2 0,1 0 0,-3 3 0,-3-1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2T04:22:40.205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211193.04688"/>
      <inkml:brushProperty name="anchorY" value="-73992.80469"/>
      <inkml:brushProperty name="scaleFactor" value="0.5"/>
    </inkml:brush>
  </inkml:definitions>
  <inkml:trace contextRef="#ctx0" brushRef="#br0">0 271 24575,'0'0'0,"4"0"0,5 0 0,9 0 0,12 0 0,8 0 0,5 0 0,12 0 0,9 0 0,1 0 0,2 0 0,0 0 0,-8 0 0,-10 0 0,-9 0 0,-4 0 0,-5 0 0,1 4 0,-3 0 0,2 1 0,-1-2 0,3 0 0,-2-1 0,-2-1 0,-2-1 0,-2 0 0,3 0 0,0 4 0,-2 1 0,-1-1 0,-1 0 0,0-1 0,-2-2 0,0 0 0,4 0 0,1-1 0,3 0 0,0 0 0,3-1 0,-1 1 0,-2 0 0,-2 0 0,-3 0 0,3 0 0,4 0 0,-1 0 0,3 0 0,-2 0 0,-1 0 0,-3 0 0,-3 0 0,-1 0 0,-1 0 0,-2 0 0,5 0 0,0 0 0,5 0 0,7 0 0,4-5 0,8 1 0,9-5 0,5 0 0,0-2 0,0 1 0,0 2 0,-3 2 0,-1 3 0,1-4 0,-3 2 0,0-4 0,2 1 0,-4 2 0,3 1 0,0 2 0,7 1 0,-3 1 0,1 1 0,0 0 0,-4 0 0,1 1 0,-5-1 0,-7 0 0,0 0 0,2-4 0,0 0 0,3-1 0,7 1 0,-1-3 0,7 1 0,5-4 0,1 1 0,-4 2 0,-1 2 0,-7 1 0,-5 2 0,-5-3 0,1 1 0,-2-1 0,2-2 0,-1 0 0,-1-3 0,3 1 0,7 2 0,7-3 0,12-2 0,11-4 0,12-2 0,-36 3 0,-20 3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2T04:22:45.815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217123.40625"/>
      <inkml:brushProperty name="anchorY" value="-74738.79688"/>
      <inkml:brushProperty name="scaleFactor" value="0.5"/>
    </inkml:brush>
  </inkml:definitions>
  <inkml:trace contextRef="#ctx0" brushRef="#br0">1 1 24575,'0'0'0,"7"0"0,12 0 0,12 0 0,12 0 0,6 4 0,-3 1 0,1 3 0,-6 1 0,-5-2 0,-6-2 0,-3-1 0,-3-2 0,-2-1 0,-1-1 0,0 0 0,0-1 0,4 1 0,6 0 0,-1 0 0,0-1 0,-2 1 0,3 0 0,2 0 0,4 0 0,-2 0 0,-2 5 0,1-1 0,-3 1 0,2-2 0,-1 0 0,-3-1 0,-2-1 0,-2-1 0,-7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2T04:22:49.294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175333.73438"/>
      <inkml:brushProperty name="anchorY" value="-60656.69531"/>
      <inkml:brushProperty name="scaleFactor" value="0.5"/>
    </inkml:brush>
  </inkml:definitions>
  <inkml:trace contextRef="#ctx0" brushRef="#br0">0 1 24575,'832'21'0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2T04:23:05.235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220972.35938"/>
      <inkml:brushProperty name="anchorY" value="-76858.55469"/>
      <inkml:brushProperty name="scaleFactor" value="0.5"/>
    </inkml:brush>
  </inkml:definitions>
  <inkml:trace contextRef="#ctx0" brushRef="#br0">0 1 24575,'0'0'0,"8"0"0,10 4 0,9 1 0,3 0 0,0-1 0,0 3 0,-3-1 0,-1-1 0,-1-1 0,2-1 0,0-1 0,3 3 0,0-1 0,-1 1 0,-2-2 0,-2-1 0,-1 0 0,-2-1 0,1-1 0,-2 0 0,1 0 0,-1 0 0,1-1 0,0 1 0,-1 0 0,1 0 0,0 0 0,0 0 0,0 0 0,0 0 0,0 0 0,0 0 0,0 0 0,-1 0 0,1 0 0,0 0 0,0 0 0,0 0 0,0 0 0,0 0 0,0 0 0,0 0 0,4 0 0,0 0 0,5 0 0,-1 0 0,-1 0 0,-1 0 0,-3 0 0,-1 0 0,-1 0 0,3 0 0,1 0 0,3 0 0,-5-4 0,-1-1 0,3 1 0,0 0 0,3 1 0,-1 2 0,-1 0 0,4 0 0,-3 1 0,0 1 0,-3-1 0,3 0 0,3 0 0,0 0 0,3 0 0,-3 0 0,-1-4 0,-4 0 0,3-1 0,-1 1 0,2 2 0,-1 0 0,-1 1 0,-2 1 0,-2 0 0,3 0 0,3 0 0,0 0 0,-1 0 0,-2 0 0,-2 1 0,-2-1 0,-1 0 0,-1 0 0,0 0 0,0 0 0,-1 0 0,1 0 0,4 0 0,0 0 0,5 0 0,-1 0 0,-1 0 0,-2 0 0,-2 0 0,-1 0 0,-1 0 0,0 0 0,-2 0 0,1 0 0,-1 0 0,1 0 0,-5-5 0,-4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2T04:23:11.492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224735.375"/>
      <inkml:brushProperty name="anchorY" value="-77888.08594"/>
      <inkml:brushProperty name="scaleFactor" value="0.5"/>
    </inkml:brush>
  </inkml:definitions>
  <inkml:trace contextRef="#ctx0" brushRef="#br0">1119 177 24575,'0'0'0,"-4"0"0,-5-4 0,0-5 0,-8 0 0,-7 1 0,-3-3 0,-1 2 0,1-2 0,1 1 0,1-2 0,1 2 0,1 3 0,1 1 0,0 3 0,0-3 0,1 1 0,-1-4 0,-4 1 0,0-2 0,-5 0 0,1 2 0,1 3 0,1 1 0,3 3 0,1 0 0,1 1 0,1 0 0,-4 0 0,-4 1 0,-1-1 0,1 0 0,2 1 0,2-1 0,2 0 0,1 0 0,0 0 0,1 0 0,1 4 0,-1 0 0,1 5 0,-1-1 0,5 4 0,-1-2 0,5 2 0,0-2 0,2 3 0,-1 1 0,3 3 0,-3-2 0,3 1 0,1 0 0,-1-2 0,2 1 0,1 1 0,1 2 0,3 1 0,0 2 0,2 0 0,0 1 0,5-5 0,4 1 0,0 0 0,-1 0 0,3-3 0,-2 1 0,3-4 0,-3 2 0,3-4 0,-2 2 0,2 2 0,3 2 0,1-2 0,3 2 0,1-4 0,2 2 0,0-3 0,0-3 0,0 2 0,1-3 0,-1-1 0,0 2 0,0-1 0,0 3 0,0-1 0,0-2 0,-1-2 0,1-2 0,0-1 0,5-2 0,-1 1 0,5-2 0,3 1 0,0 0 0,-2 4 0,5 0 0,3 1 0,-2-2 0,-3 0 0,-3-1 0,0-1 0,-3-1 0,-1 0 0,-3 0 0,-1 0 0,-1 0 0,0 0 0,-2 0 0,1 0 0,-1 0 0,1 0 0,-1 0 0,1 0 0,0 0 0,0 0 0,0 0 0,0 0 0,0 0 0,0 0 0,-1-5 0,-3-4 0,-1 0 0,1 1 0,-5-3 0,-2-2 0,-5-3 0,-6-3 0,-3-1 0,-5-5 0,-9-6 0,-4-5 0,-8 1 0,0-3 0,4 3 0,6 3 0,1-1 0,2 3 0,-1 1 0,-2-1 0,4 1 0,-1 5 0,0 7 0,2 2 0,4 0 0,-2 3 0,4-1 0,-3 3 0,2-2 0,-2 3 0,-3-3 0,-6 2 0,-3 3 0,-2 2 0,4 2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2T04:23:21.896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223554.78125"/>
      <inkml:brushProperty name="anchorY" value="-76697.33594"/>
      <inkml:brushProperty name="scaleFactor" value="0.5"/>
    </inkml:brush>
  </inkml:definitions>
  <inkml:trace contextRef="#ctx0" brushRef="#br0">1 1 24575,'0'0'0,"0"4"0,0 10 0,0 3 0,0 5 0,0 1 0,0 2 0,0-1 0,0-1 0,0 1 0,0-2 0,0 0 0,0 1 0,0-1 0,0-1 0,0 1 0,0 0 0,4-5 0,5-4 0,5-4 0,3-4 0,2-3 0,3-2 0,0 0 0,1-1 0,0 0 0,-1 0 0,5 1 0,0-1 0,0 1 0,-2 0 0,0 0 0,-2 0 0,0 0 0,-1 0 0,0 0 0,0 0 0,0 0 0,0 0 0,-1 0 0,-4-4 0,-4-5 0,-4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2T04:23:25.788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225092.92188"/>
      <inkml:brushProperty name="anchorY" value="-78063.69531"/>
      <inkml:brushProperty name="scaleFactor" value="0.5"/>
    </inkml:brush>
  </inkml:definitions>
  <inkml:trace contextRef="#ctx0" brushRef="#br0">0 404 24575,'0'0'0,"0"4"0,0 6 0,0 3 0,0 4 0,5-1 0,-1 0 0,5 2 0,-1 1 0,-1 2 0,-1 0 0,-3 0 0,-1 1 0,4-4 0,3-5 0,-1 0 0,0 1 0,3-3 0,2 2 0,-2 2 0,-1 2 0,1-2 0,2-4 0,-2-8 0,3-7 0,1-6 0,2-7 0,2 2 0,2-7 0,9-10 0,10-14 0,17-18 0,9-8 0,5 1 0,-8 4 0,-8 6 0,-7 6 0,-8 14 0,-11 8 0,-6 6 0,-3 5 0,-2 6 0,-4 1 0,0 0 0,1 3 0,2 3 0,-3-1 0,-4 2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2T04:23:35.738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226993.82813"/>
      <inkml:brushProperty name="anchorY" value="-78676.08594"/>
      <inkml:brushProperty name="scaleFactor" value="0.5"/>
    </inkml:brush>
  </inkml:definitions>
  <inkml:trace contextRef="#ctx0" brushRef="#br0">1990 154 24575,'0'0'0,"-7"0"0,-8 0 0,-7 0 0,-12 0 0,-7 0 0,-3 0 0,1 0 0,1 0 0,-1 0 0,1 0 0,3 0 0,5 0 0,4 0 0,-1 0 0,3 0 0,-4 0 0,3-4 0,0-1 0,3 1 0,1 0 0,2 2 0,0 0 0,1 1 0,1 1 0,-1 0 0,1 0 0,-1 0 0,0 0 0,1 0 0,3-4 0,1 0 0,-1-1 0,0 2 0,-1 0 0,-1 1 0,-1 1 0,-1-3 0,0-1 0,0 1 0,0 0 0,0 2 0,-4-4 0,-1 1 0,1 0 0,0 1 0,2 2 0,0 0 0,-3 1 0,4-3 0,-3-1 0,1 1 0,-5 0 0,1 1 0,1 2 0,-3 0 0,1 1 0,2 0 0,-3-5 0,2 1 0,1 0 0,-3 0 0,-2 2 0,1 0 0,-4 1 0,4 1 0,1-4 0,3-1 0,3 1 0,1 1 0,1 0 0,1 1 0,1 2 0,0-1 0,-1 1 0,5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2T04:23:44.157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223987.95313"/>
      <inkml:brushProperty name="anchorY" value="-77506.25781"/>
      <inkml:brushProperty name="scaleFactor" value="0.5"/>
    </inkml:brush>
  </inkml:definitions>
  <inkml:trace contextRef="#ctx0" brushRef="#br0">1 1 24575,'0'0'0,"3"0"0,2 4 0,0 5 0,3 0 0,-1 3 0,4 3 0,-2 3 0,3-2 0,-2 0 0,2-3 0,-1 1 0,-4 2 0,3-4 0,-2 2 0,-2 2 0,-2 1 0,3-2 0,-1 1 0,3-3 0,4-4 0,3-3 0,-2-7 0,-3-2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2T04:23:46.063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225208.75"/>
      <inkml:brushProperty name="anchorY" value="-78778.75781"/>
      <inkml:brushProperty name="scaleFactor" value="0.5"/>
    </inkml:brush>
  </inkml:definitions>
  <inkml:trace contextRef="#ctx0" brushRef="#br0">1 1 24575,'0'0'0,"0"4"0,0 10 0,0 4 0,0 3 0,0 2 0,0 2 0,0-1 0,0-1 0,0 1 0,0-2 0,0-4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2T04:23:47.795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226224.75"/>
      <inkml:brushProperty name="anchorY" value="-80011.27344"/>
      <inkml:brushProperty name="scaleFactor" value="0.5"/>
    </inkml:brush>
  </inkml:definitions>
  <inkml:trace contextRef="#ctx0" brushRef="#br0">0 0 24575,'0'0'0,"0"4"0,0 10 0,0 4 0,0 3 0,0 2 0,0 2 0,0-1 0,0-1 0,0 0 0,0 0 0,5-5 0,0 0 0,-1-1 0,0 1 0,-1-3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2T04:23:49.582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227261.25"/>
      <inkml:brushProperty name="anchorY" value="-81310.95313"/>
      <inkml:brushProperty name="scaleFactor" value="0.5"/>
    </inkml:brush>
  </inkml:definitions>
  <inkml:trace contextRef="#ctx0" brushRef="#br0">0 1 24575,'0'0'0,"4"0"0,6 0 0,3 0 0,4 0 0,3 0 0,1 0 0,2 0 0,-1 0 0,1 0 0,-4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2T04:23:52.342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228448.78125"/>
      <inkml:brushProperty name="anchorY" value="-82326.95313"/>
      <inkml:brushProperty name="scaleFactor" value="0.5"/>
    </inkml:brush>
  </inkml:definitions>
  <inkml:trace contextRef="#ctx0" brushRef="#br0">1 1 24575,'0'0'0,"0"3"0,0 7 0,0 3 0,0 4 0,0 3 0,0 1 0,0 1 0,0 1 0,0 0 0,0-5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2T04:23:57.391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229464.78125"/>
      <inkml:brushProperty name="anchorY" value="-83513.61719"/>
      <inkml:brushProperty name="scaleFactor" value="0.5"/>
    </inkml:brush>
  </inkml:definitions>
  <inkml:trace contextRef="#ctx0" brushRef="#br0">1 0 24575,'0'0'0,"0"4"0,0 5 0,4 9 0,5 12 0,4 12 0,0 1 0,3 3 0,1 0 0,1-5 0,-2-4 0,-4-1 0,1-4 0,-4-4 0,-2-1 0,-2-3 0,1-2 0,0 0 0,3-5 0,-1 5 0,-1-1 0,-2 5 0,3 2 0,2-1 0,0-1 0,-2-1 0,-2-1 0,-2-1 0,-1-1 0,2-4 0,4-5 0,4-5 0,-1-7 0,3-4 0,-3-5 0,2-1 0,-2-4 0,0 2 0,3 2 0,1 3 0,3-2 0,5 1 0,-2-3 0,0 2 0,-1 1 0,0 2 0,1 2 0,-1 1 0,1 2 0,0 0 0,-1 0 0,-3-4 0,-5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2T04:24:01.380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231125.73438"/>
      <inkml:brushProperty name="anchorY" value="-85220.46094"/>
      <inkml:brushProperty name="scaleFactor" value="0.5"/>
    </inkml:brush>
  </inkml:definitions>
  <inkml:trace contextRef="#ctx0" brushRef="#br0">0 1 24575,'0'0'0,"4"0"0,5 0 0,4 0 0,4 0 0,3 0 0,1 0 0,6 0 0,0 0 0,5 0 0,-1 0 0,-1 0 0,-3 0 0,-1 0 0,-2 0 0,-1 4 0,-1 0 0,0 1 0,-1-1 0,1-2 0,-1 0 0,1-1 0,0-1 0,0 0 0,-1 0 0,1 0 0,0 0 0,0 0 0,0-1 0,0 1 0,0 0 0,0 0 0,0 0 0,-1 0 0,1 0 0,0 0 0,0 0 0,0 0 0,0 0 0,0 0 0,0 0 0,0 0 0,0 0 0,0 0 0,-1 0 0,1 0 0,0 0 0,0 0 0,0 0 0,0 0 0,0 0 0,0 0 0,-1 0 0,1 0 0,0 0 0,0 0 0,0 0 0,0 0 0,0 0 0,0 0 0,0 0 0,0 0 0,-1 0 0,1 0 0,0 0 0,0 0 0,0 0 0,0 0 0,0 0 0,0 0 0,0 0 0,0 0 0,0 0 0,-1 0 0,1 0 0,0 0 0,-5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2T04:24:15.365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233802.17188"/>
      <inkml:brushProperty name="anchorY" value="-86258.17969"/>
      <inkml:brushProperty name="scaleFactor" value="0.5"/>
    </inkml:brush>
  </inkml:definitions>
  <inkml:trace contextRef="#ctx0" brushRef="#br0">0 0 24575,'0'0'0,"4"0"0,5 0 0,5 0 0,3 0 0,3 0 0,1 0 0,1 0 0,1 0 0,0 0 0,0 0 0,-1 0 0,0 0 0,1 0 0,-1 0 0,0 0 0,-1 0 0,1 0 0,4 0 0,1 0 0,4 0 0,-1 0 0,-1 0 0,7 0 0,-2 0 0,4 0 0,5 0 0,-2 0 0,1 0 0,1 0 0,-5 0 0,-4 0 0,-4 0 0,1 0 0,2 0 0,3 0 0,2 0 0,-1 0 0,-4 0 0,-2 0 0,-4 0 0,-3 0 0,-1 0 0,-1 0 0,-1 0 0,1 0 0,-1 0 0,0 0 0,1 0 0,-1 0 0,1 0 0,-4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2T04:24:17.747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236172.92188"/>
      <inkml:brushProperty name="anchorY" value="-87274.17969"/>
      <inkml:brushProperty name="scaleFactor" value="0.5"/>
    </inkml:brush>
  </inkml:definitions>
  <inkml:trace contextRef="#ctx0" brushRef="#br0">0 1 24575,'0'0'0,"4"0"0,5 4 0,9 0 0,8 1 0,7 3 0,6-1 0,3-1 0,2-1 0,1-2 0,-4-1 0,-4-2 0,-2 1 0,-3-2 0,2 6 0,-3-1 0,-3 0 0,3 0 0,-2-1 0,-1-2 0,-2 0 0,-2 0 0,4-1 0,-1 0 0,-1-1 0,4 1 0,-2 0 0,5 0 0,-3 0 0,0 0 0,-3 0 0,-2 0 0,-1 0 0,3 0 0,-1 0 0,1 0 0,-2 0 0,-1 0 0,3 0 0,1 0 0,3 0 0,-1 0 0,3 0 0,3 0 0,-2 0 0,3 0 0,-4 0 0,3-5 0,-4 1 0,-2-1 0,2 1 0,-2 1 0,-3 2 0,4 0 0,2 0 0,-1 1 0,3 0 0,-2 1 0,-3-1 0,-2 0 0,-2 0 0,-3 0 0,0 0 0,-1 0 0,-1 0 0,1 0 0,-5-4 0,-4-1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2T04:58:07.051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247217.90625"/>
      <inkml:brushProperty name="anchorY" value="-96496.57813"/>
      <inkml:brushProperty name="scaleFactor" value="0.5"/>
    </inkml:brush>
  </inkml:definitions>
  <inkml:trace contextRef="#ctx0" brushRef="#br0">1 137 24575,'0'0'0,"0"3"0,0 7 0,3 1 0,4 1 0,0 2 0,2 2 0,-1 0 0,-1 1 0,1-4 0,-2 1 0,3-1 0,-3 1 0,0 0 0,1 2 0,2 0 0,-1 0 0,2-3 0,-2 0 0,-1 0 0,-3 1 0,-1 1 0,-2 0 0,3-2 0,-1 0 0,0 0 0,0 0 0,2-1 0,2-4 0,4-2 0,2-3 0,2-4 0,1-9 0,4 0 0,-3-6 0,3-3 0,3-3 0,3-1 0,0 1 0,-2 1 0,2-2 0,1 1 0,-2-2 0,-1 1 0,0 1 0,-1 2 0,-1 1 0,-2 1 0,-5 1 0,-1-3 0,-1 4 0,-2 0 0,0 0 0,0 4 0,2 3 0,-2 0 0,0-1 0,2-1 0,0 1 0,-2-1 0,2 2 0,-4-1 0,1 2 0,-2-1 0,-2 1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2T04:58:09.094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248987.32813"/>
      <inkml:brushProperty name="anchorY" value="-97375.49219"/>
      <inkml:brushProperty name="scaleFactor" value="0.5"/>
    </inkml:brush>
  </inkml:definitions>
  <inkml:trace contextRef="#ctx0" brushRef="#br0">0 421 24575,'0'0'0,"0"3"0,0 4 0,3 3 0,4 3 0,3 1 0,-1 3 0,0-1 0,0 2 0,-2-1 0,2 0 0,-1 0 0,1 0 0,-2-1 0,2-2 0,1-1 0,0 0 0,-3 0 0,1-2 0,2-2 0,2-7 0,2-5 0,4-9 0,-2-10 0,7-10 0,3-4 0,3-6 0,3-3 0,1 1 0,-2 1 0,-1 6 0,1 3 0,-1 2 0,-1 1 0,-4 3 0,1 3 0,-6 3 0,-2 6 0,-2 2 0,0 1 0,-1-1 0,0 4 0,-3-1 0,-2-1 0,-1 2 0,1 2 0,2 0 0,1-2 0,1 2 0,2-2 0,0 2 0,-2-1 0,-4-2 0,0 1 0,-3 3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2T04:58:17.378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250802.29688"/>
      <inkml:brushProperty name="anchorY" value="-97971.13281"/>
      <inkml:brushProperty name="scaleFactor" value="0.5"/>
    </inkml:brush>
  </inkml:definitions>
  <inkml:trace contextRef="#ctx0" brushRef="#br0">0 301 24575,'0'0'0,"6"0"0,8 0 0,13 0 0,9 0 0,7 0 0,8 0 0,6 0 0,8 0 0,3 0 0,-1 0 0,3 0 0,-1 0 0,0 0 0,0 0 0,-8 0 0,-4 4 0,-7-1 0,-7 0 0,0 3 0,-1 0 0,-5-2 0,-2 0 0,1 1 0,0 0 0,3-1 0,2 3 0,3-2 0,-1-1 0,-1 0 0,-6-2 0,-3-1 0,-1 0 0,-4-1 0,0-1 0,0 1 0,4 0 0,-2 0 0,2 0 0,-4 0 0,7-1 0,4 1 0,7-3 0,7-4 0,6-3 0,0-3 0,10 2 0,-3 1 0,-1 4 0,-4 1 0,-1 0 0,-6 0 0,1-1 0,-2-3 0,2-3 0,-1-2 0,3 2 0,5-4 0,13 0 0,18-5 0,19-4 0,11 1 0,4-3 0,5 2 0,-8 1 0,-14 6 0,-20 2 0,-12 5 0,-15 3 0,-13 3 0,-8 3 0,-7 2 0,-6 0 0,2 1 0,-4 0 0,4-1 0,4 1 0,-2-1 0,4 0 0,-1 1 0,-3-1 0,0 0 0,-2-1 0,-3 1 0,-3 0 0,-3 0 0,-3 0 0,2 0 0,0 0 0,-2 0 0,0 0 0,-1 0 0,-1 0 0,-4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2T04:58:28.569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256319.625"/>
      <inkml:brushProperty name="anchorY" value="-98690.25"/>
      <inkml:brushProperty name="scaleFactor" value="0.5"/>
    </inkml:brush>
  </inkml:definitions>
  <inkml:trace contextRef="#ctx0" brushRef="#br0">1 1 24575,'0'0'0,"2"0"0,5 0 0,7 0 0,2 0 0,6 3 0,6 1 0,8-1 0,2 0 0,4-1 0,3 3 0,-1-1 0,1 0 0,1-1 0,-2 2 0,1-1 0,-3 3 0,-5 0 0,0 1 0,-1-1 0,-5-1 0,0-2 0,-1-1 0,-3-2 0,-3 3 0,-3 0 0,2-1 0,-2-1 0,-1 0 0,2-1 0,0-1 0,-2 1 0,3 2 0,-1 0 0,-1 1 0,-1-2 0,-2 0 0,0 0 0,-1-2 0,3 1 0,0-1 0,2 0 0,1-1 0,-1 1 0,-2 0 0,-1 0 0,-1 0 0,-1 0 0,0 0 0,0 0 0,-1 0 0,0 0 0,0 0 0,1 0 0,-1 0 0,0 0 0,1 0 0,-1 0 0,1 0 0,-1 0 0,1 0 0,-1 0 0,1 0 0,-1 0 0,1 0 0,-1 0 0,1 0 0,-1 0 0,1 0 0,-1 0 0,1 0 0,-1 0 0,-2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2T04:58:30.757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258982.70313"/>
      <inkml:brushProperty name="anchorY" value="-99822.35938"/>
      <inkml:brushProperty name="scaleFactor" value="0.5"/>
    </inkml:brush>
  </inkml:definitions>
  <inkml:trace contextRef="#ctx0" brushRef="#br0">0 189 24575,'0'0'0,"6"0"0,8 0 0,3 0 0,5 0 0,4 3 0,1 0 0,1 1 0,-2-2 0,2 0 0,0 0 0,2-2 0,1 1 0,1-1 0,-3 0 0,4-1 0,0 1 0,1 0 0,3 3 0,-3 1 0,0-1 0,-1 0 0,-4-1 0,0-1 0,-3 0 0,-3-1 0,1 0 0,-2 0 0,2 0 0,-1 0 0,1 0 0,6-1 0,3 1 0,4 0 0,4 0 0,0 0 0,0 0 0,1 0 0,-5 0 0,2 0 0,1 0 0,-4 0 0,-1 0 0,-1 0 0,-2 0 0,4 0 0,-4 0 0,4 0 0,3 0 0,3-3 0,-1 0 0,3-1 0,1 2 0,-1 0 0,0 0 0,5 2 0,1-1 0,5 1 0,3 0 0,3 1 0,-1-4 0,-2-1 0,2 1 0,0 0 0,-1 1 0,1 1 0,-2 0 0,1-2 0,-5-1 0,1-2 0,-2 0 0,-3 1 0,-2-2 0,-1 1 0,3-3 0,1 2 0,4-2 0,0 2 0,2 1 0,0-1 0,2 1 0,5-2 0,2 1 0,1-1 0,4 0 0,0 0 0,0 0 0,-5 2 0,0-1 0,-2 1 0,0-2 0,0 1 0,-6 2 0,1 1 0,-4 2 0,-2 0 0,-1 2 0,-1 0 0,-5 0 0,-3 0 0,-1 1 0,-2-1 0,-2 0 0,1 0 0,-5 0 0,3 0 0,-4 0 0,-5 0 0,-3 0 0,-4 0 0,-2 0 0,-2 0 0,-1 0 0,0 0 0,0 0 0,-4-3 0,-3-1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9D29DF-778E-44DE-9BEF-944311ECE76F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FEC585-E6C4-463C-9C68-12502D40FD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23803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FEC585-E6C4-463C-9C68-12502D40FDF1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75776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FEC585-E6C4-463C-9C68-12502D40FDF1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75776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FEC585-E6C4-463C-9C68-12502D40FDF1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75776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FEC585-E6C4-463C-9C68-12502D40FDF1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86085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FEC585-E6C4-463C-9C68-12502D40FDF1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06028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FEC585-E6C4-463C-9C68-12502D40FDF1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29944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Depends</a:t>
            </a:r>
            <a:r>
              <a:rPr lang="en-US" baseline="0" dirty="0"/>
              <a:t> on MCU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FEC585-E6C4-463C-9C68-12502D40FDF1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4489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FEC585-E6C4-463C-9C68-12502D40FDF1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3277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FEC585-E6C4-463C-9C68-12502D40FDF1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34266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FEC585-E6C4-463C-9C68-12502D40FDF1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61593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FEC585-E6C4-463C-9C68-12502D40FDF1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82695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FEC585-E6C4-463C-9C68-12502D40FDF1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972645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FEC585-E6C4-463C-9C68-12502D40FDF1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028621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FEC585-E6C4-463C-9C68-12502D40FDF1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028621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FEC585-E6C4-463C-9C68-12502D40FDF1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028621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FEC585-E6C4-463C-9C68-12502D40FDF1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028621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FEC585-E6C4-463C-9C68-12502D40FDF1}" type="slidenum">
              <a:rPr lang="en-IN" smtClean="0"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028621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FEC585-E6C4-463C-9C68-12502D40FDF1}" type="slidenum">
              <a:rPr lang="en-IN" smtClean="0"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028621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FEC585-E6C4-463C-9C68-12502D40FDF1}" type="slidenum">
              <a:rPr lang="en-IN" smtClean="0"/>
              <a:t>24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028621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FEC585-E6C4-463C-9C68-12502D40FDF1}" type="slidenum">
              <a:rPr lang="en-IN" smtClean="0"/>
              <a:t>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028621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FEC585-E6C4-463C-9C68-12502D40FDF1}" type="slidenum">
              <a:rPr lang="en-IN" smtClean="0"/>
              <a:t>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028621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Sector number : 0 , 1</a:t>
            </a:r>
            <a:r>
              <a:rPr lang="en-US" baseline="0" dirty="0"/>
              <a:t> , 2 , 3 , 4 ,5 , 6 ,7</a:t>
            </a:r>
          </a:p>
          <a:p>
            <a:r>
              <a:rPr lang="en-US" baseline="0" dirty="0"/>
              <a:t>Operation Code : 0(No Protection) , 1(Write Protection ) , 2 (R/W protection)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FEC585-E6C4-463C-9C68-12502D40FDF1}" type="slidenum">
              <a:rPr lang="en-IN" smtClean="0"/>
              <a:t>27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028621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FEC585-E6C4-463C-9C68-12502D40FDF1}" type="slidenum">
              <a:rPr lang="en-IN" smtClean="0"/>
              <a:t>28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028621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FEC585-E6C4-463C-9C68-12502D40FDF1}" type="slidenum">
              <a:rPr lang="en-IN" smtClean="0"/>
              <a:t>29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887032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FEC585-E6C4-463C-9C68-12502D40FDF1}" type="slidenum">
              <a:rPr lang="en-IN" smtClean="0"/>
              <a:t>31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4037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5" Type="http://schemas.openxmlformats.org/officeDocument/2006/relationships/image" Target="../media/image6.png"/><Relationship Id="rId4" Type="http://schemas.openxmlformats.org/officeDocument/2006/relationships/customXml" Target="../ink/ink1.xml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.png"/><Relationship Id="rId18" Type="http://schemas.openxmlformats.org/officeDocument/2006/relationships/customXml" Target="../ink/ink11.xml"/><Relationship Id="rId26" Type="http://schemas.openxmlformats.org/officeDocument/2006/relationships/customXml" Target="../ink/ink15.xml"/><Relationship Id="rId39" Type="http://schemas.openxmlformats.org/officeDocument/2006/relationships/image" Target="../media/image26.png"/><Relationship Id="rId21" Type="http://schemas.openxmlformats.org/officeDocument/2006/relationships/image" Target="../media/image17.png"/><Relationship Id="rId34" Type="http://schemas.openxmlformats.org/officeDocument/2006/relationships/customXml" Target="../ink/ink19.xml"/><Relationship Id="rId42" Type="http://schemas.openxmlformats.org/officeDocument/2006/relationships/customXml" Target="../ink/ink23.xml"/><Relationship Id="rId7" Type="http://schemas.openxmlformats.org/officeDocument/2006/relationships/image" Target="../media/image10.png"/><Relationship Id="rId2" Type="http://schemas.openxmlformats.org/officeDocument/2006/relationships/customXml" Target="../ink/ink3.xml"/><Relationship Id="rId16" Type="http://schemas.openxmlformats.org/officeDocument/2006/relationships/customXml" Target="../ink/ink10.xml"/><Relationship Id="rId29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.xml"/><Relationship Id="rId11" Type="http://schemas.openxmlformats.org/officeDocument/2006/relationships/image" Target="../media/image12.png"/><Relationship Id="rId24" Type="http://schemas.openxmlformats.org/officeDocument/2006/relationships/customXml" Target="../ink/ink14.xml"/><Relationship Id="rId32" Type="http://schemas.openxmlformats.org/officeDocument/2006/relationships/customXml" Target="../ink/ink18.xml"/><Relationship Id="rId37" Type="http://schemas.openxmlformats.org/officeDocument/2006/relationships/image" Target="../media/image25.png"/><Relationship Id="rId40" Type="http://schemas.openxmlformats.org/officeDocument/2006/relationships/customXml" Target="../ink/ink22.xml"/><Relationship Id="rId45" Type="http://schemas.openxmlformats.org/officeDocument/2006/relationships/image" Target="../media/image29.png"/><Relationship Id="rId5" Type="http://schemas.openxmlformats.org/officeDocument/2006/relationships/image" Target="../media/image9.png"/><Relationship Id="rId15" Type="http://schemas.openxmlformats.org/officeDocument/2006/relationships/image" Target="../media/image14.png"/><Relationship Id="rId23" Type="http://schemas.openxmlformats.org/officeDocument/2006/relationships/image" Target="../media/image18.png"/><Relationship Id="rId28" Type="http://schemas.openxmlformats.org/officeDocument/2006/relationships/customXml" Target="../ink/ink16.xml"/><Relationship Id="rId36" Type="http://schemas.openxmlformats.org/officeDocument/2006/relationships/customXml" Target="../ink/ink20.xml"/><Relationship Id="rId10" Type="http://schemas.openxmlformats.org/officeDocument/2006/relationships/customXml" Target="../ink/ink7.xml"/><Relationship Id="rId19" Type="http://schemas.openxmlformats.org/officeDocument/2006/relationships/image" Target="../media/image16.png"/><Relationship Id="rId31" Type="http://schemas.openxmlformats.org/officeDocument/2006/relationships/image" Target="../media/image22.png"/><Relationship Id="rId44" Type="http://schemas.openxmlformats.org/officeDocument/2006/relationships/customXml" Target="../ink/ink24.xml"/><Relationship Id="rId4" Type="http://schemas.openxmlformats.org/officeDocument/2006/relationships/customXml" Target="../ink/ink4.xml"/><Relationship Id="rId9" Type="http://schemas.openxmlformats.org/officeDocument/2006/relationships/image" Target="../media/image11.png"/><Relationship Id="rId14" Type="http://schemas.openxmlformats.org/officeDocument/2006/relationships/customXml" Target="../ink/ink9.xml"/><Relationship Id="rId22" Type="http://schemas.openxmlformats.org/officeDocument/2006/relationships/customXml" Target="../ink/ink13.xml"/><Relationship Id="rId27" Type="http://schemas.openxmlformats.org/officeDocument/2006/relationships/image" Target="../media/image20.png"/><Relationship Id="rId30" Type="http://schemas.openxmlformats.org/officeDocument/2006/relationships/customXml" Target="../ink/ink17.xml"/><Relationship Id="rId35" Type="http://schemas.openxmlformats.org/officeDocument/2006/relationships/image" Target="../media/image24.png"/><Relationship Id="rId43" Type="http://schemas.openxmlformats.org/officeDocument/2006/relationships/image" Target="../media/image28.png"/><Relationship Id="rId8" Type="http://schemas.openxmlformats.org/officeDocument/2006/relationships/customXml" Target="../ink/ink6.xml"/><Relationship Id="rId3" Type="http://schemas.openxmlformats.org/officeDocument/2006/relationships/image" Target="../media/image8.png"/><Relationship Id="rId12" Type="http://schemas.openxmlformats.org/officeDocument/2006/relationships/customXml" Target="../ink/ink8.xml"/><Relationship Id="rId17" Type="http://schemas.openxmlformats.org/officeDocument/2006/relationships/image" Target="../media/image15.png"/><Relationship Id="rId25" Type="http://schemas.openxmlformats.org/officeDocument/2006/relationships/image" Target="../media/image19.png"/><Relationship Id="rId33" Type="http://schemas.openxmlformats.org/officeDocument/2006/relationships/image" Target="../media/image23.png"/><Relationship Id="rId38" Type="http://schemas.openxmlformats.org/officeDocument/2006/relationships/customXml" Target="../ink/ink21.xml"/><Relationship Id="rId20" Type="http://schemas.openxmlformats.org/officeDocument/2006/relationships/customXml" Target="../ink/ink12.xml"/><Relationship Id="rId41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ustomXml" Target="../ink/ink28.xml"/><Relationship Id="rId3" Type="http://schemas.openxmlformats.org/officeDocument/2006/relationships/image" Target="../media/image30.png"/><Relationship Id="rId7" Type="http://schemas.openxmlformats.org/officeDocument/2006/relationships/image" Target="../media/image32.png"/><Relationship Id="rId2" Type="http://schemas.openxmlformats.org/officeDocument/2006/relationships/customXml" Target="../ink/ink25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7.xml"/><Relationship Id="rId11" Type="http://schemas.openxmlformats.org/officeDocument/2006/relationships/image" Target="../media/image34.png"/><Relationship Id="rId5" Type="http://schemas.openxmlformats.org/officeDocument/2006/relationships/image" Target="../media/image31.png"/><Relationship Id="rId10" Type="http://schemas.openxmlformats.org/officeDocument/2006/relationships/customXml" Target="../ink/ink29.xml"/><Relationship Id="rId4" Type="http://schemas.openxmlformats.org/officeDocument/2006/relationships/customXml" Target="../ink/ink26.xml"/><Relationship Id="rId9" Type="http://schemas.openxmlformats.org/officeDocument/2006/relationships/image" Target="../media/image3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ustomXml" Target="../ink/ink33.xml"/><Relationship Id="rId13" Type="http://schemas.openxmlformats.org/officeDocument/2006/relationships/image" Target="../media/image40.png"/><Relationship Id="rId18" Type="http://schemas.openxmlformats.org/officeDocument/2006/relationships/customXml" Target="../ink/ink38.xml"/><Relationship Id="rId3" Type="http://schemas.openxmlformats.org/officeDocument/2006/relationships/image" Target="../media/image35.png"/><Relationship Id="rId21" Type="http://schemas.openxmlformats.org/officeDocument/2006/relationships/image" Target="../media/image44.png"/><Relationship Id="rId7" Type="http://schemas.openxmlformats.org/officeDocument/2006/relationships/image" Target="../media/image37.png"/><Relationship Id="rId12" Type="http://schemas.openxmlformats.org/officeDocument/2006/relationships/customXml" Target="../ink/ink35.xml"/><Relationship Id="rId17" Type="http://schemas.openxmlformats.org/officeDocument/2006/relationships/image" Target="../media/image42.png"/><Relationship Id="rId25" Type="http://schemas.openxmlformats.org/officeDocument/2006/relationships/image" Target="../media/image46.png"/><Relationship Id="rId2" Type="http://schemas.openxmlformats.org/officeDocument/2006/relationships/customXml" Target="../ink/ink30.xml"/><Relationship Id="rId16" Type="http://schemas.openxmlformats.org/officeDocument/2006/relationships/customXml" Target="../ink/ink37.xml"/><Relationship Id="rId20" Type="http://schemas.openxmlformats.org/officeDocument/2006/relationships/customXml" Target="../ink/ink39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2.xml"/><Relationship Id="rId11" Type="http://schemas.openxmlformats.org/officeDocument/2006/relationships/image" Target="../media/image39.png"/><Relationship Id="rId24" Type="http://schemas.openxmlformats.org/officeDocument/2006/relationships/customXml" Target="../ink/ink41.xml"/><Relationship Id="rId5" Type="http://schemas.openxmlformats.org/officeDocument/2006/relationships/image" Target="../media/image36.png"/><Relationship Id="rId15" Type="http://schemas.openxmlformats.org/officeDocument/2006/relationships/image" Target="../media/image41.png"/><Relationship Id="rId23" Type="http://schemas.openxmlformats.org/officeDocument/2006/relationships/image" Target="../media/image45.png"/><Relationship Id="rId10" Type="http://schemas.openxmlformats.org/officeDocument/2006/relationships/customXml" Target="../ink/ink34.xml"/><Relationship Id="rId19" Type="http://schemas.openxmlformats.org/officeDocument/2006/relationships/image" Target="../media/image43.png"/><Relationship Id="rId4" Type="http://schemas.openxmlformats.org/officeDocument/2006/relationships/customXml" Target="../ink/ink31.xml"/><Relationship Id="rId9" Type="http://schemas.openxmlformats.org/officeDocument/2006/relationships/image" Target="../media/image38.png"/><Relationship Id="rId14" Type="http://schemas.openxmlformats.org/officeDocument/2006/relationships/customXml" Target="../ink/ink36.xml"/><Relationship Id="rId22" Type="http://schemas.openxmlformats.org/officeDocument/2006/relationships/customXml" Target="../ink/ink40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customXml" Target="../ink/ink45.xml"/><Relationship Id="rId13" Type="http://schemas.openxmlformats.org/officeDocument/2006/relationships/image" Target="../media/image52.png"/><Relationship Id="rId3" Type="http://schemas.openxmlformats.org/officeDocument/2006/relationships/image" Target="../media/image47.png"/><Relationship Id="rId7" Type="http://schemas.openxmlformats.org/officeDocument/2006/relationships/image" Target="../media/image49.png"/><Relationship Id="rId12" Type="http://schemas.openxmlformats.org/officeDocument/2006/relationships/customXml" Target="../ink/ink47.xml"/><Relationship Id="rId17" Type="http://schemas.openxmlformats.org/officeDocument/2006/relationships/image" Target="../media/image54.png"/><Relationship Id="rId2" Type="http://schemas.openxmlformats.org/officeDocument/2006/relationships/customXml" Target="../ink/ink42.xml"/><Relationship Id="rId16" Type="http://schemas.openxmlformats.org/officeDocument/2006/relationships/customXml" Target="../ink/ink49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4.xml"/><Relationship Id="rId11" Type="http://schemas.openxmlformats.org/officeDocument/2006/relationships/image" Target="../media/image51.png"/><Relationship Id="rId5" Type="http://schemas.openxmlformats.org/officeDocument/2006/relationships/image" Target="../media/image48.png"/><Relationship Id="rId15" Type="http://schemas.openxmlformats.org/officeDocument/2006/relationships/image" Target="../media/image53.png"/><Relationship Id="rId10" Type="http://schemas.openxmlformats.org/officeDocument/2006/relationships/customXml" Target="../ink/ink46.xml"/><Relationship Id="rId4" Type="http://schemas.openxmlformats.org/officeDocument/2006/relationships/customXml" Target="../ink/ink43.xml"/><Relationship Id="rId9" Type="http://schemas.openxmlformats.org/officeDocument/2006/relationships/image" Target="../media/image50.png"/><Relationship Id="rId14" Type="http://schemas.openxmlformats.org/officeDocument/2006/relationships/customXml" Target="../ink/ink48.xml"/></Relationships>
</file>

<file path=ppt/slides/_rels/slide11.xml.rels><?xml version="1.0" encoding="UTF-8" standalone="yes"?>
<Relationships xmlns="http://schemas.openxmlformats.org/package/2006/relationships"><Relationship Id="rId26" Type="http://schemas.openxmlformats.org/officeDocument/2006/relationships/image" Target="../media/image66.png"/><Relationship Id="rId21" Type="http://schemas.openxmlformats.org/officeDocument/2006/relationships/customXml" Target="../ink/ink59.xml"/><Relationship Id="rId42" Type="http://schemas.openxmlformats.org/officeDocument/2006/relationships/image" Target="../media/image74.png"/><Relationship Id="rId47" Type="http://schemas.openxmlformats.org/officeDocument/2006/relationships/customXml" Target="../ink/ink72.xml"/><Relationship Id="rId63" Type="http://schemas.openxmlformats.org/officeDocument/2006/relationships/customXml" Target="../ink/ink80.xml"/><Relationship Id="rId68" Type="http://schemas.openxmlformats.org/officeDocument/2006/relationships/image" Target="../media/image87.png"/><Relationship Id="rId84" Type="http://schemas.openxmlformats.org/officeDocument/2006/relationships/image" Target="../media/image95.png"/><Relationship Id="rId16" Type="http://schemas.openxmlformats.org/officeDocument/2006/relationships/image" Target="../media/image61.png"/><Relationship Id="rId11" Type="http://schemas.openxmlformats.org/officeDocument/2006/relationships/customXml" Target="../ink/ink54.xml"/><Relationship Id="rId32" Type="http://schemas.openxmlformats.org/officeDocument/2006/relationships/image" Target="../media/image69.png"/><Relationship Id="rId37" Type="http://schemas.openxmlformats.org/officeDocument/2006/relationships/customXml" Target="../ink/ink67.xml"/><Relationship Id="rId53" Type="http://schemas.openxmlformats.org/officeDocument/2006/relationships/customXml" Target="../ink/ink75.xml"/><Relationship Id="rId58" Type="http://schemas.openxmlformats.org/officeDocument/2006/relationships/image" Target="../media/image82.png"/><Relationship Id="rId74" Type="http://schemas.openxmlformats.org/officeDocument/2006/relationships/image" Target="../media/image90.png"/><Relationship Id="rId79" Type="http://schemas.openxmlformats.org/officeDocument/2006/relationships/customXml" Target="../ink/ink88.xml"/><Relationship Id="rId5" Type="http://schemas.openxmlformats.org/officeDocument/2006/relationships/customXml" Target="../ink/ink51.xml"/><Relationship Id="rId61" Type="http://schemas.openxmlformats.org/officeDocument/2006/relationships/customXml" Target="../ink/ink79.xml"/><Relationship Id="rId82" Type="http://schemas.openxmlformats.org/officeDocument/2006/relationships/image" Target="../media/image94.png"/><Relationship Id="rId19" Type="http://schemas.openxmlformats.org/officeDocument/2006/relationships/customXml" Target="../ink/ink58.xml"/><Relationship Id="rId14" Type="http://schemas.openxmlformats.org/officeDocument/2006/relationships/image" Target="../media/image60.png"/><Relationship Id="rId22" Type="http://schemas.openxmlformats.org/officeDocument/2006/relationships/image" Target="../media/image64.png"/><Relationship Id="rId27" Type="http://schemas.openxmlformats.org/officeDocument/2006/relationships/customXml" Target="../ink/ink62.xml"/><Relationship Id="rId30" Type="http://schemas.openxmlformats.org/officeDocument/2006/relationships/image" Target="../media/image68.png"/><Relationship Id="rId35" Type="http://schemas.openxmlformats.org/officeDocument/2006/relationships/customXml" Target="../ink/ink66.xml"/><Relationship Id="rId43" Type="http://schemas.openxmlformats.org/officeDocument/2006/relationships/customXml" Target="../ink/ink70.xml"/><Relationship Id="rId48" Type="http://schemas.openxmlformats.org/officeDocument/2006/relationships/image" Target="../media/image77.png"/><Relationship Id="rId56" Type="http://schemas.openxmlformats.org/officeDocument/2006/relationships/image" Target="../media/image81.png"/><Relationship Id="rId64" Type="http://schemas.openxmlformats.org/officeDocument/2006/relationships/image" Target="../media/image85.png"/><Relationship Id="rId69" Type="http://schemas.openxmlformats.org/officeDocument/2006/relationships/customXml" Target="../ink/ink83.xml"/><Relationship Id="rId77" Type="http://schemas.openxmlformats.org/officeDocument/2006/relationships/customXml" Target="../ink/ink87.xml"/><Relationship Id="rId8" Type="http://schemas.openxmlformats.org/officeDocument/2006/relationships/image" Target="../media/image57.png"/><Relationship Id="rId51" Type="http://schemas.openxmlformats.org/officeDocument/2006/relationships/customXml" Target="../ink/ink74.xml"/><Relationship Id="rId72" Type="http://schemas.openxmlformats.org/officeDocument/2006/relationships/image" Target="../media/image89.png"/><Relationship Id="rId80" Type="http://schemas.openxmlformats.org/officeDocument/2006/relationships/image" Target="../media/image93.png"/><Relationship Id="rId3" Type="http://schemas.openxmlformats.org/officeDocument/2006/relationships/customXml" Target="../ink/ink50.xml"/><Relationship Id="rId12" Type="http://schemas.openxmlformats.org/officeDocument/2006/relationships/image" Target="../media/image59.png"/><Relationship Id="rId17" Type="http://schemas.openxmlformats.org/officeDocument/2006/relationships/customXml" Target="../ink/ink57.xml"/><Relationship Id="rId25" Type="http://schemas.openxmlformats.org/officeDocument/2006/relationships/customXml" Target="../ink/ink61.xml"/><Relationship Id="rId33" Type="http://schemas.openxmlformats.org/officeDocument/2006/relationships/customXml" Target="../ink/ink65.xml"/><Relationship Id="rId38" Type="http://schemas.openxmlformats.org/officeDocument/2006/relationships/image" Target="../media/image72.png"/><Relationship Id="rId46" Type="http://schemas.openxmlformats.org/officeDocument/2006/relationships/image" Target="../media/image76.png"/><Relationship Id="rId59" Type="http://schemas.openxmlformats.org/officeDocument/2006/relationships/customXml" Target="../ink/ink78.xml"/><Relationship Id="rId67" Type="http://schemas.openxmlformats.org/officeDocument/2006/relationships/customXml" Target="../ink/ink82.xml"/><Relationship Id="rId20" Type="http://schemas.openxmlformats.org/officeDocument/2006/relationships/image" Target="../media/image63.png"/><Relationship Id="rId41" Type="http://schemas.openxmlformats.org/officeDocument/2006/relationships/customXml" Target="../ink/ink69.xml"/><Relationship Id="rId54" Type="http://schemas.openxmlformats.org/officeDocument/2006/relationships/image" Target="../media/image80.png"/><Relationship Id="rId62" Type="http://schemas.openxmlformats.org/officeDocument/2006/relationships/image" Target="../media/image84.png"/><Relationship Id="rId70" Type="http://schemas.openxmlformats.org/officeDocument/2006/relationships/image" Target="../media/image88.png"/><Relationship Id="rId75" Type="http://schemas.openxmlformats.org/officeDocument/2006/relationships/customXml" Target="../ink/ink86.xml"/><Relationship Id="rId83" Type="http://schemas.openxmlformats.org/officeDocument/2006/relationships/customXml" Target="../ink/ink9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15" Type="http://schemas.openxmlformats.org/officeDocument/2006/relationships/customXml" Target="../ink/ink56.xml"/><Relationship Id="rId23" Type="http://schemas.openxmlformats.org/officeDocument/2006/relationships/customXml" Target="../ink/ink60.xml"/><Relationship Id="rId28" Type="http://schemas.openxmlformats.org/officeDocument/2006/relationships/image" Target="../media/image67.png"/><Relationship Id="rId36" Type="http://schemas.openxmlformats.org/officeDocument/2006/relationships/image" Target="../media/image71.png"/><Relationship Id="rId49" Type="http://schemas.openxmlformats.org/officeDocument/2006/relationships/customXml" Target="../ink/ink73.xml"/><Relationship Id="rId57" Type="http://schemas.openxmlformats.org/officeDocument/2006/relationships/customXml" Target="../ink/ink77.xml"/><Relationship Id="rId10" Type="http://schemas.openxmlformats.org/officeDocument/2006/relationships/image" Target="../media/image58.png"/><Relationship Id="rId31" Type="http://schemas.openxmlformats.org/officeDocument/2006/relationships/customXml" Target="../ink/ink64.xml"/><Relationship Id="rId44" Type="http://schemas.openxmlformats.org/officeDocument/2006/relationships/image" Target="../media/image75.png"/><Relationship Id="rId52" Type="http://schemas.openxmlformats.org/officeDocument/2006/relationships/image" Target="../media/image79.png"/><Relationship Id="rId60" Type="http://schemas.openxmlformats.org/officeDocument/2006/relationships/image" Target="../media/image83.png"/><Relationship Id="rId65" Type="http://schemas.openxmlformats.org/officeDocument/2006/relationships/customXml" Target="../ink/ink81.xml"/><Relationship Id="rId73" Type="http://schemas.openxmlformats.org/officeDocument/2006/relationships/customXml" Target="../ink/ink85.xml"/><Relationship Id="rId78" Type="http://schemas.openxmlformats.org/officeDocument/2006/relationships/image" Target="../media/image92.png"/><Relationship Id="rId81" Type="http://schemas.openxmlformats.org/officeDocument/2006/relationships/customXml" Target="../ink/ink89.xml"/><Relationship Id="rId4" Type="http://schemas.openxmlformats.org/officeDocument/2006/relationships/image" Target="../media/image55.png"/><Relationship Id="rId9" Type="http://schemas.openxmlformats.org/officeDocument/2006/relationships/customXml" Target="../ink/ink53.xml"/><Relationship Id="rId13" Type="http://schemas.openxmlformats.org/officeDocument/2006/relationships/customXml" Target="../ink/ink55.xml"/><Relationship Id="rId18" Type="http://schemas.openxmlformats.org/officeDocument/2006/relationships/image" Target="../media/image62.png"/><Relationship Id="rId39" Type="http://schemas.openxmlformats.org/officeDocument/2006/relationships/customXml" Target="../ink/ink68.xml"/><Relationship Id="rId34" Type="http://schemas.openxmlformats.org/officeDocument/2006/relationships/image" Target="../media/image70.png"/><Relationship Id="rId50" Type="http://schemas.openxmlformats.org/officeDocument/2006/relationships/image" Target="../media/image78.png"/><Relationship Id="rId55" Type="http://schemas.openxmlformats.org/officeDocument/2006/relationships/customXml" Target="../ink/ink76.xml"/><Relationship Id="rId76" Type="http://schemas.openxmlformats.org/officeDocument/2006/relationships/image" Target="../media/image91.png"/><Relationship Id="rId7" Type="http://schemas.openxmlformats.org/officeDocument/2006/relationships/customXml" Target="../ink/ink52.xml"/><Relationship Id="rId71" Type="http://schemas.openxmlformats.org/officeDocument/2006/relationships/customXml" Target="../ink/ink84.xml"/><Relationship Id="rId2" Type="http://schemas.openxmlformats.org/officeDocument/2006/relationships/notesSlide" Target="../notesSlides/notesSlide6.xml"/><Relationship Id="rId29" Type="http://schemas.openxmlformats.org/officeDocument/2006/relationships/customXml" Target="../ink/ink63.xml"/><Relationship Id="rId24" Type="http://schemas.openxmlformats.org/officeDocument/2006/relationships/image" Target="../media/image65.png"/><Relationship Id="rId40" Type="http://schemas.openxmlformats.org/officeDocument/2006/relationships/image" Target="../media/image73.png"/><Relationship Id="rId45" Type="http://schemas.openxmlformats.org/officeDocument/2006/relationships/customXml" Target="../ink/ink71.xml"/><Relationship Id="rId66" Type="http://schemas.openxmlformats.org/officeDocument/2006/relationships/image" Target="../media/image8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png"/><Relationship Id="rId13" Type="http://schemas.openxmlformats.org/officeDocument/2006/relationships/customXml" Target="../ink/ink96.xml"/><Relationship Id="rId18" Type="http://schemas.openxmlformats.org/officeDocument/2006/relationships/image" Target="../media/image102.png"/><Relationship Id="rId3" Type="http://schemas.openxmlformats.org/officeDocument/2006/relationships/customXml" Target="../ink/ink91.xml"/><Relationship Id="rId7" Type="http://schemas.openxmlformats.org/officeDocument/2006/relationships/customXml" Target="../ink/ink93.xml"/><Relationship Id="rId12" Type="http://schemas.openxmlformats.org/officeDocument/2006/relationships/image" Target="../media/image99.png"/><Relationship Id="rId17" Type="http://schemas.openxmlformats.org/officeDocument/2006/relationships/customXml" Target="../ink/ink98.xml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101.png"/><Relationship Id="rId20" Type="http://schemas.openxmlformats.org/officeDocument/2006/relationships/image" Target="../media/image10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6.png"/><Relationship Id="rId11" Type="http://schemas.openxmlformats.org/officeDocument/2006/relationships/customXml" Target="../ink/ink95.xml"/><Relationship Id="rId5" Type="http://schemas.openxmlformats.org/officeDocument/2006/relationships/customXml" Target="../ink/ink92.xml"/><Relationship Id="rId15" Type="http://schemas.openxmlformats.org/officeDocument/2006/relationships/customXml" Target="../ink/ink97.xml"/><Relationship Id="rId10" Type="http://schemas.openxmlformats.org/officeDocument/2006/relationships/image" Target="../media/image98.png"/><Relationship Id="rId19" Type="http://schemas.openxmlformats.org/officeDocument/2006/relationships/customXml" Target="../ink/ink99.xml"/><Relationship Id="rId4" Type="http://schemas.openxmlformats.org/officeDocument/2006/relationships/image" Target="../media/image19.emf"/><Relationship Id="rId9" Type="http://schemas.openxmlformats.org/officeDocument/2006/relationships/customXml" Target="../ink/ink94.xml"/><Relationship Id="rId14" Type="http://schemas.openxmlformats.org/officeDocument/2006/relationships/image" Target="../media/image10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png"/><Relationship Id="rId13" Type="http://schemas.openxmlformats.org/officeDocument/2006/relationships/customXml" Target="../ink/ink105.xml"/><Relationship Id="rId18" Type="http://schemas.openxmlformats.org/officeDocument/2006/relationships/image" Target="../media/image111.png"/><Relationship Id="rId3" Type="http://schemas.openxmlformats.org/officeDocument/2006/relationships/customXml" Target="../ink/ink100.xml"/><Relationship Id="rId21" Type="http://schemas.openxmlformats.org/officeDocument/2006/relationships/customXml" Target="../ink/ink109.xml"/><Relationship Id="rId7" Type="http://schemas.openxmlformats.org/officeDocument/2006/relationships/customXml" Target="../ink/ink102.xml"/><Relationship Id="rId12" Type="http://schemas.openxmlformats.org/officeDocument/2006/relationships/image" Target="../media/image108.png"/><Relationship Id="rId17" Type="http://schemas.openxmlformats.org/officeDocument/2006/relationships/customXml" Target="../ink/ink107.xml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10.png"/><Relationship Id="rId20" Type="http://schemas.openxmlformats.org/officeDocument/2006/relationships/image" Target="../media/image1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5.png"/><Relationship Id="rId11" Type="http://schemas.openxmlformats.org/officeDocument/2006/relationships/customXml" Target="../ink/ink104.xml"/><Relationship Id="rId5" Type="http://schemas.openxmlformats.org/officeDocument/2006/relationships/customXml" Target="../ink/ink101.xml"/><Relationship Id="rId15" Type="http://schemas.openxmlformats.org/officeDocument/2006/relationships/customXml" Target="../ink/ink106.xml"/><Relationship Id="rId10" Type="http://schemas.openxmlformats.org/officeDocument/2006/relationships/image" Target="../media/image107.png"/><Relationship Id="rId19" Type="http://schemas.openxmlformats.org/officeDocument/2006/relationships/customXml" Target="../ink/ink108.xml"/><Relationship Id="rId4" Type="http://schemas.openxmlformats.org/officeDocument/2006/relationships/image" Target="../media/image104.png"/><Relationship Id="rId9" Type="http://schemas.openxmlformats.org/officeDocument/2006/relationships/customXml" Target="../ink/ink103.xml"/><Relationship Id="rId14" Type="http://schemas.openxmlformats.org/officeDocument/2006/relationships/image" Target="../media/image109.png"/><Relationship Id="rId22" Type="http://schemas.openxmlformats.org/officeDocument/2006/relationships/image" Target="../media/image113.png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9.png"/><Relationship Id="rId18" Type="http://schemas.openxmlformats.org/officeDocument/2006/relationships/customXml" Target="../ink/ink117.xml"/><Relationship Id="rId26" Type="http://schemas.openxmlformats.org/officeDocument/2006/relationships/customXml" Target="../ink/ink121.xml"/><Relationship Id="rId21" Type="http://schemas.openxmlformats.org/officeDocument/2006/relationships/image" Target="../media/image123.png"/><Relationship Id="rId34" Type="http://schemas.openxmlformats.org/officeDocument/2006/relationships/customXml" Target="../ink/ink125.xml"/><Relationship Id="rId7" Type="http://schemas.openxmlformats.org/officeDocument/2006/relationships/image" Target="../media/image116.png"/><Relationship Id="rId12" Type="http://schemas.openxmlformats.org/officeDocument/2006/relationships/customXml" Target="../ink/ink114.xml"/><Relationship Id="rId17" Type="http://schemas.openxmlformats.org/officeDocument/2006/relationships/image" Target="../media/image121.png"/><Relationship Id="rId25" Type="http://schemas.openxmlformats.org/officeDocument/2006/relationships/image" Target="../media/image125.png"/><Relationship Id="rId33" Type="http://schemas.openxmlformats.org/officeDocument/2006/relationships/image" Target="../media/image129.png"/><Relationship Id="rId2" Type="http://schemas.openxmlformats.org/officeDocument/2006/relationships/notesSlide" Target="../notesSlides/notesSlide9.xml"/><Relationship Id="rId16" Type="http://schemas.openxmlformats.org/officeDocument/2006/relationships/customXml" Target="../ink/ink116.xml"/><Relationship Id="rId20" Type="http://schemas.openxmlformats.org/officeDocument/2006/relationships/customXml" Target="../ink/ink118.xml"/><Relationship Id="rId29" Type="http://schemas.openxmlformats.org/officeDocument/2006/relationships/image" Target="../media/image127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11.xml"/><Relationship Id="rId11" Type="http://schemas.openxmlformats.org/officeDocument/2006/relationships/image" Target="../media/image118.png"/><Relationship Id="rId24" Type="http://schemas.openxmlformats.org/officeDocument/2006/relationships/customXml" Target="../ink/ink120.xml"/><Relationship Id="rId32" Type="http://schemas.openxmlformats.org/officeDocument/2006/relationships/customXml" Target="../ink/ink124.xml"/><Relationship Id="rId37" Type="http://schemas.openxmlformats.org/officeDocument/2006/relationships/image" Target="../media/image131.png"/><Relationship Id="rId5" Type="http://schemas.openxmlformats.org/officeDocument/2006/relationships/image" Target="../media/image115.png"/><Relationship Id="rId15" Type="http://schemas.openxmlformats.org/officeDocument/2006/relationships/image" Target="../media/image120.png"/><Relationship Id="rId23" Type="http://schemas.openxmlformats.org/officeDocument/2006/relationships/image" Target="../media/image124.png"/><Relationship Id="rId28" Type="http://schemas.openxmlformats.org/officeDocument/2006/relationships/customXml" Target="../ink/ink122.xml"/><Relationship Id="rId36" Type="http://schemas.openxmlformats.org/officeDocument/2006/relationships/customXml" Target="../ink/ink126.xml"/><Relationship Id="rId10" Type="http://schemas.openxmlformats.org/officeDocument/2006/relationships/customXml" Target="../ink/ink113.xml"/><Relationship Id="rId19" Type="http://schemas.openxmlformats.org/officeDocument/2006/relationships/image" Target="../media/image122.png"/><Relationship Id="rId31" Type="http://schemas.openxmlformats.org/officeDocument/2006/relationships/image" Target="../media/image128.png"/><Relationship Id="rId4" Type="http://schemas.openxmlformats.org/officeDocument/2006/relationships/customXml" Target="../ink/ink110.xml"/><Relationship Id="rId9" Type="http://schemas.openxmlformats.org/officeDocument/2006/relationships/image" Target="../media/image117.png"/><Relationship Id="rId14" Type="http://schemas.openxmlformats.org/officeDocument/2006/relationships/customXml" Target="../ink/ink115.xml"/><Relationship Id="rId22" Type="http://schemas.openxmlformats.org/officeDocument/2006/relationships/customXml" Target="../ink/ink119.xml"/><Relationship Id="rId27" Type="http://schemas.openxmlformats.org/officeDocument/2006/relationships/image" Target="../media/image126.png"/><Relationship Id="rId30" Type="http://schemas.openxmlformats.org/officeDocument/2006/relationships/customXml" Target="../ink/ink123.xml"/><Relationship Id="rId35" Type="http://schemas.openxmlformats.org/officeDocument/2006/relationships/image" Target="../media/image130.png"/><Relationship Id="rId8" Type="http://schemas.openxmlformats.org/officeDocument/2006/relationships/customXml" Target="../ink/ink112.xml"/><Relationship Id="rId3" Type="http://schemas.openxmlformats.org/officeDocument/2006/relationships/image" Target="../media/image114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4.png"/><Relationship Id="rId3" Type="http://schemas.openxmlformats.org/officeDocument/2006/relationships/customXml" Target="../ink/ink127.xml"/><Relationship Id="rId7" Type="http://schemas.openxmlformats.org/officeDocument/2006/relationships/customXml" Target="../ink/ink129.xml"/><Relationship Id="rId12" Type="http://schemas.openxmlformats.org/officeDocument/2006/relationships/image" Target="../media/image13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3.png"/><Relationship Id="rId11" Type="http://schemas.openxmlformats.org/officeDocument/2006/relationships/customXml" Target="../ink/ink131.xml"/><Relationship Id="rId5" Type="http://schemas.openxmlformats.org/officeDocument/2006/relationships/customXml" Target="../ink/ink128.xml"/><Relationship Id="rId10" Type="http://schemas.openxmlformats.org/officeDocument/2006/relationships/image" Target="../media/image135.png"/><Relationship Id="rId4" Type="http://schemas.openxmlformats.org/officeDocument/2006/relationships/image" Target="../media/image132.png"/><Relationship Id="rId9" Type="http://schemas.openxmlformats.org/officeDocument/2006/relationships/customXml" Target="../ink/ink13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What’s a </a:t>
            </a:r>
            <a:r>
              <a:rPr lang="en-US" dirty="0" err="1"/>
              <a:t>bootloader</a:t>
            </a:r>
            <a:r>
              <a:rPr lang="en-US" dirty="0"/>
              <a:t> and why its needed ??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Bootloader</a:t>
            </a:r>
            <a:r>
              <a:rPr lang="en-US" dirty="0"/>
              <a:t> :</a:t>
            </a:r>
          </a:p>
          <a:p>
            <a:pPr marL="0" indent="0">
              <a:buNone/>
            </a:pPr>
            <a:r>
              <a:rPr lang="en-US" dirty="0" err="1"/>
              <a:t>Bootloader</a:t>
            </a:r>
            <a:r>
              <a:rPr lang="en-US" dirty="0"/>
              <a:t> is nothing but a small piece of code stored in the MCU flash or ROM to act as an application loader as well as a mechanism to update the applications whenever required.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335160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0" y="1159329"/>
            <a:ext cx="9144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276350"/>
            <a:ext cx="9144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33" y="1733550"/>
            <a:ext cx="3971925" cy="2667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Rectangle 6"/>
          <p:cNvSpPr/>
          <p:nvPr/>
        </p:nvSpPr>
        <p:spPr>
          <a:xfrm>
            <a:off x="381000" y="438150"/>
            <a:ext cx="231723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dirty="0">
                <a:solidFill>
                  <a:srgbClr val="FF0000"/>
                </a:solidFill>
              </a:rPr>
              <a:t>ATmega328P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3400" y="1548884"/>
            <a:ext cx="4848058" cy="23083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Does this MCU come with on chip </a:t>
            </a:r>
            <a:r>
              <a:rPr lang="en-US" dirty="0" err="1"/>
              <a:t>Bootloader</a:t>
            </a:r>
            <a:r>
              <a:rPr lang="en-US" dirty="0"/>
              <a:t> ?</a:t>
            </a:r>
          </a:p>
          <a:p>
            <a:r>
              <a:rPr lang="en-US" dirty="0">
                <a:solidFill>
                  <a:srgbClr val="FF0000"/>
                </a:solidFill>
              </a:rPr>
              <a:t>Yes it is !</a:t>
            </a:r>
          </a:p>
          <a:p>
            <a:endParaRPr lang="en-US" dirty="0"/>
          </a:p>
          <a:p>
            <a:r>
              <a:rPr lang="en-US" dirty="0"/>
              <a:t>Does it run whenever MCU undergoes reset ?</a:t>
            </a:r>
          </a:p>
          <a:p>
            <a:r>
              <a:rPr lang="en-US" dirty="0">
                <a:solidFill>
                  <a:srgbClr val="FF0000"/>
                </a:solidFill>
              </a:rPr>
              <a:t>Yes. </a:t>
            </a:r>
            <a:r>
              <a:rPr lang="en-IN" dirty="0">
                <a:solidFill>
                  <a:srgbClr val="FF0000"/>
                </a:solidFill>
              </a:rPr>
              <a:t>Upon reset, </a:t>
            </a:r>
            <a:r>
              <a:rPr lang="en-IN" dirty="0" err="1">
                <a:solidFill>
                  <a:srgbClr val="FF0000"/>
                </a:solidFill>
              </a:rPr>
              <a:t>Arduino</a:t>
            </a:r>
            <a:r>
              <a:rPr lang="en-IN" dirty="0">
                <a:solidFill>
                  <a:srgbClr val="FF0000"/>
                </a:solidFill>
              </a:rPr>
              <a:t> </a:t>
            </a:r>
            <a:r>
              <a:rPr lang="en-IN" dirty="0" err="1">
                <a:solidFill>
                  <a:srgbClr val="FF0000"/>
                </a:solidFill>
              </a:rPr>
              <a:t>bootloader</a:t>
            </a:r>
            <a:r>
              <a:rPr lang="en-IN" dirty="0">
                <a:solidFill>
                  <a:srgbClr val="FF0000"/>
                </a:solidFill>
              </a:rPr>
              <a:t> runs first </a:t>
            </a:r>
            <a:endParaRPr lang="en-US" dirty="0">
              <a:solidFill>
                <a:srgbClr val="FF0000"/>
              </a:solidFill>
            </a:endParaRPr>
          </a:p>
          <a:p>
            <a:endParaRPr lang="en-US" dirty="0"/>
          </a:p>
          <a:p>
            <a:r>
              <a:rPr lang="en-US" dirty="0"/>
              <a:t>What’s the main use of </a:t>
            </a:r>
            <a:r>
              <a:rPr lang="en-US" dirty="0" err="1"/>
              <a:t>bootloader</a:t>
            </a:r>
            <a:r>
              <a:rPr lang="en-US" dirty="0"/>
              <a:t> ?</a:t>
            </a:r>
          </a:p>
          <a:p>
            <a:r>
              <a:rPr lang="en-US" dirty="0">
                <a:solidFill>
                  <a:srgbClr val="FF0000"/>
                </a:solidFill>
              </a:rPr>
              <a:t>To Download </a:t>
            </a:r>
            <a:r>
              <a:rPr lang="en-US" dirty="0" err="1">
                <a:solidFill>
                  <a:srgbClr val="FF0000"/>
                </a:solidFill>
              </a:rPr>
              <a:t>Arduino</a:t>
            </a:r>
            <a:r>
              <a:rPr lang="en-US" dirty="0">
                <a:solidFill>
                  <a:srgbClr val="FF0000"/>
                </a:solidFill>
              </a:rPr>
              <a:t> sketches to the board.(IAP) 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46366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0" y="1159329"/>
            <a:ext cx="9144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276350"/>
            <a:ext cx="9144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381000" y="438150"/>
            <a:ext cx="251261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dirty="0">
                <a:solidFill>
                  <a:srgbClr val="FF0000"/>
                </a:solidFill>
              </a:rPr>
              <a:t>STM32f446RE</a:t>
            </a:r>
          </a:p>
        </p:txBody>
      </p:sp>
      <p:sp>
        <p:nvSpPr>
          <p:cNvPr id="8" name="Rectangle 7"/>
          <p:cNvSpPr/>
          <p:nvPr/>
        </p:nvSpPr>
        <p:spPr>
          <a:xfrm>
            <a:off x="3733800" y="1548884"/>
            <a:ext cx="5058308" cy="23083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Does this MCU come with on chip </a:t>
            </a:r>
            <a:r>
              <a:rPr lang="en-US" dirty="0" err="1"/>
              <a:t>Bootloader</a:t>
            </a:r>
            <a:r>
              <a:rPr lang="en-US" dirty="0"/>
              <a:t> ?</a:t>
            </a:r>
          </a:p>
          <a:p>
            <a:r>
              <a:rPr lang="en-US" dirty="0">
                <a:solidFill>
                  <a:srgbClr val="FF0000"/>
                </a:solidFill>
              </a:rPr>
              <a:t>Yes it is !</a:t>
            </a:r>
          </a:p>
          <a:p>
            <a:endParaRPr lang="en-US" dirty="0"/>
          </a:p>
          <a:p>
            <a:r>
              <a:rPr lang="en-US" dirty="0"/>
              <a:t>Does it run whenever MCU undergoes reset ?</a:t>
            </a:r>
          </a:p>
          <a:p>
            <a:r>
              <a:rPr lang="en-US" dirty="0">
                <a:solidFill>
                  <a:srgbClr val="FF0000"/>
                </a:solidFill>
              </a:rPr>
              <a:t>No. Should activate changing the status of boot pins</a:t>
            </a:r>
          </a:p>
          <a:p>
            <a:endParaRPr lang="en-US" dirty="0"/>
          </a:p>
          <a:p>
            <a:r>
              <a:rPr lang="en-US" dirty="0"/>
              <a:t>What's the main use of </a:t>
            </a:r>
            <a:r>
              <a:rPr lang="en-US" dirty="0" err="1"/>
              <a:t>bootloader</a:t>
            </a:r>
            <a:r>
              <a:rPr lang="en-US" dirty="0"/>
              <a:t> ?</a:t>
            </a:r>
          </a:p>
          <a:p>
            <a:r>
              <a:rPr lang="en-US" dirty="0">
                <a:solidFill>
                  <a:srgbClr val="FF0000"/>
                </a:solidFill>
              </a:rPr>
              <a:t>To Download/Upload binaries (IAP)</a:t>
            </a:r>
          </a:p>
        </p:txBody>
      </p:sp>
      <p:pic>
        <p:nvPicPr>
          <p:cNvPr id="2050" name="Picture 2" descr="Image result for STM32f446RE nucle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292" y="1700389"/>
            <a:ext cx="3200399" cy="320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609600" y="1364218"/>
            <a:ext cx="25147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/>
              <a:t>STM32f446RE </a:t>
            </a:r>
            <a:r>
              <a:rPr lang="en-IN" b="1" dirty="0" err="1"/>
              <a:t>Nucleo</a:t>
            </a:r>
            <a:r>
              <a:rPr lang="en-IN" b="1" dirty="0"/>
              <a:t> 64</a:t>
            </a:r>
          </a:p>
        </p:txBody>
      </p:sp>
    </p:spTree>
    <p:extLst>
      <p:ext uri="{BB962C8B-B14F-4D97-AF65-F5344CB8AC3E}">
        <p14:creationId xmlns:p14="http://schemas.microsoft.com/office/powerpoint/2010/main" val="11918225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0" y="1159329"/>
            <a:ext cx="9144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276350"/>
            <a:ext cx="9144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381000" y="438150"/>
            <a:ext cx="206017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b="1" dirty="0"/>
              <a:t>TM4C123G</a:t>
            </a:r>
            <a:endParaRPr lang="en-IN" sz="3200" dirty="0">
              <a:solidFill>
                <a:srgbClr val="FF000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191000" y="1548884"/>
            <a:ext cx="5058308" cy="23083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Does this MCU come with on chip </a:t>
            </a:r>
            <a:r>
              <a:rPr lang="en-US" dirty="0" err="1"/>
              <a:t>Bootloader</a:t>
            </a:r>
            <a:r>
              <a:rPr lang="en-US" dirty="0"/>
              <a:t> ?</a:t>
            </a:r>
          </a:p>
          <a:p>
            <a:r>
              <a:rPr lang="en-US" dirty="0">
                <a:solidFill>
                  <a:srgbClr val="FF0000"/>
                </a:solidFill>
              </a:rPr>
              <a:t>Yes. </a:t>
            </a:r>
            <a:r>
              <a:rPr lang="en-US" dirty="0" err="1">
                <a:solidFill>
                  <a:srgbClr val="FF0000"/>
                </a:solidFill>
              </a:rPr>
              <a:t>TivaWare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Bootloader</a:t>
            </a:r>
            <a:r>
              <a:rPr lang="en-US" dirty="0">
                <a:solidFill>
                  <a:srgbClr val="FF0000"/>
                </a:solidFill>
              </a:rPr>
              <a:t> </a:t>
            </a:r>
          </a:p>
          <a:p>
            <a:endParaRPr lang="en-US" dirty="0"/>
          </a:p>
          <a:p>
            <a:r>
              <a:rPr lang="en-US" dirty="0"/>
              <a:t>Does it run whenever MCU undergoes reset ?</a:t>
            </a:r>
          </a:p>
          <a:p>
            <a:r>
              <a:rPr lang="en-US" dirty="0">
                <a:solidFill>
                  <a:srgbClr val="FF0000"/>
                </a:solidFill>
              </a:rPr>
              <a:t>No. Should activate changing the status of boot pins</a:t>
            </a:r>
          </a:p>
          <a:p>
            <a:endParaRPr lang="en-US" dirty="0"/>
          </a:p>
          <a:p>
            <a:r>
              <a:rPr lang="en-US" dirty="0"/>
              <a:t>What's the main use of </a:t>
            </a:r>
            <a:r>
              <a:rPr lang="en-US" dirty="0" err="1"/>
              <a:t>bootloader</a:t>
            </a:r>
            <a:r>
              <a:rPr lang="en-US" dirty="0"/>
              <a:t> ?</a:t>
            </a:r>
          </a:p>
          <a:p>
            <a:r>
              <a:rPr lang="en-US" dirty="0">
                <a:solidFill>
                  <a:srgbClr val="FF0000"/>
                </a:solidFill>
              </a:rPr>
              <a:t>To Download/Upload binaries (IAP)</a:t>
            </a:r>
          </a:p>
        </p:txBody>
      </p:sp>
      <p:sp>
        <p:nvSpPr>
          <p:cNvPr id="2" name="Rectangle 1"/>
          <p:cNvSpPr/>
          <p:nvPr/>
        </p:nvSpPr>
        <p:spPr>
          <a:xfrm>
            <a:off x="609600" y="1364218"/>
            <a:ext cx="232499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/>
              <a:t>TM4C123G </a:t>
            </a:r>
            <a:r>
              <a:rPr lang="en-IN" b="1" dirty="0" err="1"/>
              <a:t>LaunchPad</a:t>
            </a:r>
            <a:endParaRPr lang="en-IN" b="1" dirty="0"/>
          </a:p>
          <a:p>
            <a:endParaRPr lang="en-IN" b="1" dirty="0"/>
          </a:p>
        </p:txBody>
      </p:sp>
      <p:sp>
        <p:nvSpPr>
          <p:cNvPr id="3" name="AutoShape 2" descr="Image result for tm4c123gh6pm launchpad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" name="AutoShape 4" descr="Image result for tm4c123gh6pm launchpad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784531"/>
            <a:ext cx="2514791" cy="3198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404352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http://www.st.com/content/ccc/fragment/product_related/rpn_information/product_circuit_diagram/4d/88/a9/94/23/a6/4a/9d/bd_stm32f446xe_512k.jpg/files/bd_stm32f446xe_512k.jpg/_jcr_content/translations/en.bd_stm32f446xe_512k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285750"/>
            <a:ext cx="6477000" cy="4447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55225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5850" y="628650"/>
            <a:ext cx="6972300" cy="3886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3D018F6-2B3E-687D-023F-4FD82EB49FF7}"/>
                  </a:ext>
                </a:extLst>
              </p14:cNvPr>
              <p14:cNvContentPartPr/>
              <p14:nvPr/>
            </p14:nvContentPartPr>
            <p14:xfrm>
              <a:off x="2656639" y="4403359"/>
              <a:ext cx="1624680" cy="115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3D018F6-2B3E-687D-023F-4FD82EB49FF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620639" y="4367359"/>
                <a:ext cx="1696320" cy="8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99D4205-89F4-2630-3E0B-F2E43362419A}"/>
                  </a:ext>
                </a:extLst>
              </p14:cNvPr>
              <p14:cNvContentPartPr/>
              <p14:nvPr/>
            </p14:nvContentPartPr>
            <p14:xfrm>
              <a:off x="2301319" y="4272319"/>
              <a:ext cx="1088280" cy="316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99D4205-89F4-2630-3E0B-F2E43362419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292679" y="4263319"/>
                <a:ext cx="1105920" cy="49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515661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STM32F446XX Memory Organization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Internal Flash memory also called as Embedded Flash memory </a:t>
            </a:r>
            <a:r>
              <a:rPr lang="en-IN" dirty="0"/>
              <a:t> of 512KB</a:t>
            </a:r>
          </a:p>
          <a:p>
            <a:r>
              <a:rPr lang="en-US" dirty="0"/>
              <a:t>Internal SRAM1 of 112KB</a:t>
            </a:r>
          </a:p>
          <a:p>
            <a:r>
              <a:rPr lang="en-US" dirty="0"/>
              <a:t>Internal SRAM2 of 16KB</a:t>
            </a:r>
          </a:p>
          <a:p>
            <a:r>
              <a:rPr lang="en-US" dirty="0"/>
              <a:t>System Memory (ROM) of 30KB</a:t>
            </a:r>
          </a:p>
          <a:p>
            <a:r>
              <a:rPr lang="en-US" dirty="0"/>
              <a:t>OTP memory of 528 bytes</a:t>
            </a:r>
          </a:p>
          <a:p>
            <a:r>
              <a:rPr lang="en-US" dirty="0"/>
              <a:t>Option bytes memory of 16bytes. </a:t>
            </a:r>
          </a:p>
          <a:p>
            <a:r>
              <a:rPr lang="en-US" dirty="0"/>
              <a:t>Backup RAM of 4KB</a:t>
            </a:r>
          </a:p>
        </p:txBody>
      </p: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6687741-6BCD-741A-E5E2-35162B759942}"/>
                  </a:ext>
                </a:extLst>
              </p14:cNvPr>
              <p14:cNvContentPartPr/>
              <p14:nvPr/>
            </p14:nvContentPartPr>
            <p14:xfrm>
              <a:off x="2727199" y="1481599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6687741-6BCD-741A-E5E2-35162B75994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09559" y="1463959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01ABDF8-C7EE-1673-7A88-9D1412509175}"/>
                  </a:ext>
                </a:extLst>
              </p14:cNvPr>
              <p14:cNvContentPartPr/>
              <p14:nvPr/>
            </p14:nvContentPartPr>
            <p14:xfrm>
              <a:off x="1268839" y="1500679"/>
              <a:ext cx="1241640" cy="601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01ABDF8-C7EE-1673-7A88-9D141250917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51199" y="1483039"/>
                <a:ext cx="1277280" cy="9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512D03A8-18F3-80E4-2A81-5D77B540816D}"/>
                  </a:ext>
                </a:extLst>
              </p14:cNvPr>
              <p14:cNvContentPartPr/>
              <p14:nvPr/>
            </p14:nvContentPartPr>
            <p14:xfrm>
              <a:off x="2577439" y="1899199"/>
              <a:ext cx="1127520" cy="399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512D03A8-18F3-80E4-2A81-5D77B540816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559439" y="1881559"/>
                <a:ext cx="1163160" cy="7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8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AD0780C0-4F99-475C-C4E7-B9BE260D4CD7}"/>
                  </a:ext>
                </a:extLst>
              </p14:cNvPr>
              <p14:cNvContentPartPr/>
              <p14:nvPr/>
            </p14:nvContentPartPr>
            <p14:xfrm>
              <a:off x="2506519" y="2348479"/>
              <a:ext cx="495720" cy="8748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AD0780C0-4F99-475C-C4E7-B9BE260D4CD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488519" y="2330839"/>
                <a:ext cx="531360" cy="12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0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34936CAB-38B4-1898-C082-0AB6BD95EC50}"/>
                  </a:ext>
                </a:extLst>
              </p14:cNvPr>
              <p14:cNvContentPartPr/>
              <p14:nvPr/>
            </p14:nvContentPartPr>
            <p14:xfrm>
              <a:off x="3775519" y="2309239"/>
              <a:ext cx="622080" cy="86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34936CAB-38B4-1898-C082-0AB6BD95EC5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757879" y="2291239"/>
                <a:ext cx="657720" cy="4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2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A96CE9CE-A7D2-883C-A7FA-E8581CA71FCB}"/>
                  </a:ext>
                </a:extLst>
              </p14:cNvPr>
              <p14:cNvContentPartPr/>
              <p14:nvPr/>
            </p14:nvContentPartPr>
            <p14:xfrm>
              <a:off x="3657439" y="2758519"/>
              <a:ext cx="353880" cy="165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A96CE9CE-A7D2-883C-A7FA-E8581CA71FCB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639799" y="2740879"/>
                <a:ext cx="389520" cy="5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F2778883-5025-8D2F-1F2B-7604198D2BEE}"/>
                  </a:ext>
                </a:extLst>
              </p14:cNvPr>
              <p14:cNvContentPartPr/>
              <p14:nvPr/>
            </p14:nvContentPartPr>
            <p14:xfrm>
              <a:off x="4532239" y="3212839"/>
              <a:ext cx="421920" cy="1908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F2778883-5025-8D2F-1F2B-7604198D2BEE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514599" y="3194839"/>
                <a:ext cx="457560" cy="5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2CB34562-E6A4-D50C-046F-38DBEE424283}"/>
                  </a:ext>
                </a:extLst>
              </p14:cNvPr>
              <p14:cNvContentPartPr/>
              <p14:nvPr/>
            </p14:nvContentPartPr>
            <p14:xfrm>
              <a:off x="2743039" y="3599119"/>
              <a:ext cx="548280" cy="1152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2CB34562-E6A4-D50C-046F-38DBEE424283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725039" y="3581119"/>
                <a:ext cx="583920" cy="47160"/>
              </a:xfrm>
              <a:prstGeom prst="rect">
                <a:avLst/>
              </a:prstGeom>
            </p:spPr>
          </p:pic>
        </mc:Fallback>
      </mc:AlternateContent>
      <p:grpSp>
        <p:nvGrpSpPr>
          <p:cNvPr id="26" name="Group 25">
            <a:extLst>
              <a:ext uri="{FF2B5EF4-FFF2-40B4-BE49-F238E27FC236}">
                <a16:creationId xmlns:a16="http://schemas.microsoft.com/office/drawing/2014/main" id="{CF37954A-042C-97BD-B1B7-D0B2499734F8}"/>
              </a:ext>
            </a:extLst>
          </p:cNvPr>
          <p:cNvGrpSpPr/>
          <p:nvPr/>
        </p:nvGrpSpPr>
        <p:grpSpPr>
          <a:xfrm>
            <a:off x="1946359" y="3893599"/>
            <a:ext cx="3957120" cy="678600"/>
            <a:chOff x="1946359" y="3893599"/>
            <a:chExt cx="3957120" cy="67860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4D2A2DE3-6E2C-93A4-26A8-CA1D10140E4E}"/>
                    </a:ext>
                  </a:extLst>
                </p14:cNvPr>
                <p14:cNvContentPartPr/>
                <p14:nvPr/>
              </p14:nvContentPartPr>
              <p14:xfrm>
                <a:off x="4327399" y="3980719"/>
                <a:ext cx="377640" cy="3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4D2A2DE3-6E2C-93A4-26A8-CA1D10140E4E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309759" y="3962719"/>
                  <a:ext cx="4132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BCFC12F7-7334-E27D-767C-3E36A158476D}"/>
                    </a:ext>
                  </a:extLst>
                </p14:cNvPr>
                <p14:cNvContentPartPr/>
                <p14:nvPr/>
              </p14:nvContentPartPr>
              <p14:xfrm>
                <a:off x="2041759" y="4516399"/>
                <a:ext cx="1446480" cy="558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BCFC12F7-7334-E27D-767C-3E36A158476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023759" y="4498759"/>
                  <a:ext cx="148212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32EF55B-95EF-A6B3-A0CF-DCAC1A461BFA}"/>
                    </a:ext>
                  </a:extLst>
                </p14:cNvPr>
                <p14:cNvContentPartPr/>
                <p14:nvPr/>
              </p14:nvContentPartPr>
              <p14:xfrm>
                <a:off x="4075399" y="4216879"/>
                <a:ext cx="739800" cy="82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832EF55B-95EF-A6B3-A0CF-DCAC1A461BF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057399" y="4199239"/>
                  <a:ext cx="77544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A659B4F6-5CEA-4CD9-278C-DEF32AC0447B}"/>
                    </a:ext>
                  </a:extLst>
                </p14:cNvPr>
                <p14:cNvContentPartPr/>
                <p14:nvPr/>
              </p14:nvContentPartPr>
              <p14:xfrm>
                <a:off x="4729519" y="4185919"/>
                <a:ext cx="122400" cy="885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A659B4F6-5CEA-4CD9-278C-DEF32AC0447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711519" y="4167919"/>
                  <a:ext cx="15804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C5746BAC-A076-5512-2F77-62AFAB29F91E}"/>
                    </a:ext>
                  </a:extLst>
                </p14:cNvPr>
                <p14:cNvContentPartPr/>
                <p14:nvPr/>
              </p14:nvContentPartPr>
              <p14:xfrm>
                <a:off x="5069719" y="4201399"/>
                <a:ext cx="188640" cy="1965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C5746BAC-A076-5512-2F77-62AFAB29F91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052079" y="4183399"/>
                  <a:ext cx="22428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5EADBD6A-6797-C108-8159-EADDF0B785F0}"/>
                    </a:ext>
                  </a:extLst>
                </p14:cNvPr>
                <p14:cNvContentPartPr/>
                <p14:nvPr/>
              </p14:nvContentPartPr>
              <p14:xfrm>
                <a:off x="5368159" y="4193479"/>
                <a:ext cx="259560" cy="3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EADBD6A-6797-C108-8159-EADDF0B785F0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350159" y="4175839"/>
                  <a:ext cx="2952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39DEBEA-BD72-1AFE-8F17-31C41EE488B7}"/>
                    </a:ext>
                  </a:extLst>
                </p14:cNvPr>
                <p14:cNvContentPartPr/>
                <p14:nvPr/>
              </p14:nvContentPartPr>
              <p14:xfrm>
                <a:off x="5485519" y="4216879"/>
                <a:ext cx="24840" cy="2214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39DEBEA-BD72-1AFE-8F17-31C41EE488B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467519" y="4199239"/>
                  <a:ext cx="6048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3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38194860-EC71-CE79-815D-12FAF93E05E3}"/>
                    </a:ext>
                  </a:extLst>
                </p14:cNvPr>
                <p14:cNvContentPartPr/>
                <p14:nvPr/>
              </p14:nvContentPartPr>
              <p14:xfrm>
                <a:off x="5682799" y="4233079"/>
                <a:ext cx="220680" cy="2289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38194860-EC71-CE79-815D-12FAF93E05E3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664799" y="4215079"/>
                  <a:ext cx="25632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3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2B17C17F-886C-729C-4962-AB327D392777}"/>
                    </a:ext>
                  </a:extLst>
                </p14:cNvPr>
                <p14:cNvContentPartPr/>
                <p14:nvPr/>
              </p14:nvContentPartPr>
              <p14:xfrm>
                <a:off x="1946359" y="3893599"/>
                <a:ext cx="1854360" cy="5608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2B17C17F-886C-729C-4962-AB327D392777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928719" y="3875599"/>
                  <a:ext cx="1890000" cy="596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6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1C588258-A002-4435-A9FE-A2E9DF5C838A}"/>
                  </a:ext>
                </a:extLst>
              </p14:cNvPr>
              <p14:cNvContentPartPr/>
              <p14:nvPr/>
            </p14:nvContentPartPr>
            <p14:xfrm>
              <a:off x="4603519" y="2088559"/>
              <a:ext cx="290880" cy="7992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1C588258-A002-4435-A9FE-A2E9DF5C838A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4585519" y="2070919"/>
                <a:ext cx="326520" cy="11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8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DD68F557-2F03-6418-04EA-924391FE6477}"/>
                  </a:ext>
                </a:extLst>
              </p14:cNvPr>
              <p14:cNvContentPartPr/>
              <p14:nvPr/>
            </p14:nvContentPartPr>
            <p14:xfrm>
              <a:off x="4508839" y="2409679"/>
              <a:ext cx="258480" cy="12960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DD68F557-2F03-6418-04EA-924391FE6477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4491199" y="2391679"/>
                <a:ext cx="294120" cy="16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0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74177AA6-C4B9-95D9-F1A6-69F7107CB3FB}"/>
                  </a:ext>
                </a:extLst>
              </p14:cNvPr>
              <p14:cNvContentPartPr/>
              <p14:nvPr/>
            </p14:nvContentPartPr>
            <p14:xfrm>
              <a:off x="3866239" y="4427119"/>
              <a:ext cx="808200" cy="12924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74177AA6-C4B9-95D9-F1A6-69F7107CB3FB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3848599" y="4409119"/>
                <a:ext cx="843840" cy="164880"/>
              </a:xfrm>
              <a:prstGeom prst="rect">
                <a:avLst/>
              </a:prstGeom>
            </p:spPr>
          </p:pic>
        </mc:Fallback>
      </mc:AlternateContent>
      <p:grpSp>
        <p:nvGrpSpPr>
          <p:cNvPr id="32" name="Group 31">
            <a:extLst>
              <a:ext uri="{FF2B5EF4-FFF2-40B4-BE49-F238E27FC236}">
                <a16:creationId xmlns:a16="http://schemas.microsoft.com/office/drawing/2014/main" id="{4301EA54-DBAB-4E00-A87E-5E082975EA3C}"/>
              </a:ext>
            </a:extLst>
          </p:cNvPr>
          <p:cNvGrpSpPr/>
          <p:nvPr/>
        </p:nvGrpSpPr>
        <p:grpSpPr>
          <a:xfrm>
            <a:off x="3823759" y="4342879"/>
            <a:ext cx="116640" cy="190080"/>
            <a:chOff x="3823759" y="4342879"/>
            <a:chExt cx="116640" cy="19008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4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C2DF98E7-914D-2041-4C88-101B7BF00924}"/>
                    </a:ext>
                  </a:extLst>
                </p14:cNvPr>
                <p14:cNvContentPartPr/>
                <p14:nvPr/>
              </p14:nvContentPartPr>
              <p14:xfrm>
                <a:off x="3823759" y="4374919"/>
                <a:ext cx="101880" cy="1494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C2DF98E7-914D-2041-4C88-101B7BF00924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806119" y="4357279"/>
                  <a:ext cx="13752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4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753893B6-81DB-6F98-BD50-321E22DD9D97}"/>
                    </a:ext>
                  </a:extLst>
                </p14:cNvPr>
                <p14:cNvContentPartPr/>
                <p14:nvPr/>
              </p14:nvContentPartPr>
              <p14:xfrm>
                <a:off x="3870199" y="4342879"/>
                <a:ext cx="70200" cy="1900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753893B6-81DB-6F98-BD50-321E22DD9D9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852199" y="4324879"/>
                  <a:ext cx="105840" cy="2257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0172337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Internal Flash memory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Size is 512KB</a:t>
            </a:r>
          </a:p>
          <a:p>
            <a:r>
              <a:rPr lang="en-US" dirty="0"/>
              <a:t>Begins @ </a:t>
            </a:r>
            <a:r>
              <a:rPr lang="en-IN" dirty="0"/>
              <a:t>0x0800 0000 </a:t>
            </a:r>
          </a:p>
          <a:p>
            <a:r>
              <a:rPr lang="en-US" dirty="0"/>
              <a:t>Ends @ </a:t>
            </a:r>
            <a:r>
              <a:rPr lang="en-IN" dirty="0"/>
              <a:t>0x0807 FFFF</a:t>
            </a:r>
          </a:p>
          <a:p>
            <a:r>
              <a:rPr lang="en-US" dirty="0"/>
              <a:t>Used to store your application code and read only data of the program</a:t>
            </a:r>
          </a:p>
          <a:p>
            <a:r>
              <a:rPr lang="en-US" dirty="0"/>
              <a:t>Non volatile 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8DB83D1-C888-5F7A-2EDF-55E5114672C9}"/>
                  </a:ext>
                </a:extLst>
              </p14:cNvPr>
              <p14:cNvContentPartPr/>
              <p14:nvPr/>
            </p14:nvContentPartPr>
            <p14:xfrm>
              <a:off x="2940319" y="2143999"/>
              <a:ext cx="1560600" cy="1188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8DB83D1-C888-5F7A-2EDF-55E5114672C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22319" y="2125999"/>
                <a:ext cx="1596240" cy="15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DC88852D-33AA-18EA-CF62-B4DF45EEBF1B}"/>
                  </a:ext>
                </a:extLst>
              </p14:cNvPr>
              <p14:cNvContentPartPr/>
              <p14:nvPr/>
            </p14:nvContentPartPr>
            <p14:xfrm>
              <a:off x="3090079" y="2755639"/>
              <a:ext cx="1005480" cy="352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DC88852D-33AA-18EA-CF62-B4DF45EEBF1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072079" y="2737639"/>
                <a:ext cx="1041120" cy="7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E8F3B9E-E6F9-CBF3-F730-413C6CAE52F9}"/>
                  </a:ext>
                </a:extLst>
              </p14:cNvPr>
              <p14:cNvContentPartPr/>
              <p14:nvPr/>
            </p14:nvContentPartPr>
            <p14:xfrm>
              <a:off x="5486239" y="3317959"/>
              <a:ext cx="1040400" cy="558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E8F3B9E-E6F9-CBF3-F730-413C6CAE52F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468239" y="3300319"/>
                <a:ext cx="1076040" cy="9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9A83D034-0262-F427-180C-20E0FFD57D39}"/>
                  </a:ext>
                </a:extLst>
              </p14:cNvPr>
              <p14:cNvContentPartPr/>
              <p14:nvPr/>
            </p14:nvContentPartPr>
            <p14:xfrm>
              <a:off x="2317159" y="3758959"/>
              <a:ext cx="1394640" cy="406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9A83D034-0262-F427-180C-20E0FFD57D3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299519" y="3741319"/>
                <a:ext cx="1430280" cy="7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0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16A8CE93-4F03-9D58-A0B3-E26E9C52DB8A}"/>
                  </a:ext>
                </a:extLst>
              </p14:cNvPr>
              <p14:cNvContentPartPr/>
              <p14:nvPr/>
            </p14:nvContentPartPr>
            <p14:xfrm>
              <a:off x="2112319" y="4308319"/>
              <a:ext cx="1123200" cy="590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16A8CE93-4F03-9D58-A0B3-E26E9C52DB8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094679" y="4290679"/>
                <a:ext cx="1158840" cy="94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085639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Internal SRAM1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Size is 112KB</a:t>
            </a:r>
          </a:p>
          <a:p>
            <a:r>
              <a:rPr lang="en-US" dirty="0"/>
              <a:t>Begins @ </a:t>
            </a:r>
            <a:r>
              <a:rPr lang="en-IN" dirty="0"/>
              <a:t>0x2000_0000</a:t>
            </a:r>
          </a:p>
          <a:p>
            <a:r>
              <a:rPr lang="en-US" dirty="0"/>
              <a:t>Ends @ </a:t>
            </a:r>
            <a:r>
              <a:rPr lang="en-IN" dirty="0"/>
              <a:t>0x2001_BFFF</a:t>
            </a:r>
          </a:p>
          <a:p>
            <a:r>
              <a:rPr lang="en-US" dirty="0"/>
              <a:t>Used to store your application global data, static variables</a:t>
            </a:r>
          </a:p>
          <a:p>
            <a:r>
              <a:rPr lang="en-US" dirty="0"/>
              <a:t>Also used for Stack and Heap Purpose</a:t>
            </a:r>
          </a:p>
          <a:p>
            <a:r>
              <a:rPr lang="en-US" dirty="0"/>
              <a:t>Volatile </a:t>
            </a:r>
          </a:p>
          <a:p>
            <a:r>
              <a:rPr lang="en-US" dirty="0"/>
              <a:t>You can also execute code from this memory </a:t>
            </a:r>
            <a:endParaRPr lang="en-IN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59D037B-A7CA-B27C-CFF5-D2CCAAD86114}"/>
              </a:ext>
            </a:extLst>
          </p:cNvPr>
          <p:cNvGrpSpPr/>
          <p:nvPr/>
        </p:nvGrpSpPr>
        <p:grpSpPr>
          <a:xfrm>
            <a:off x="1552519" y="1476919"/>
            <a:ext cx="3216240" cy="967680"/>
            <a:chOff x="1552519" y="1476919"/>
            <a:chExt cx="3216240" cy="96768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7ADF4DCE-66E7-D8A3-5BFE-E23D9199242E}"/>
                    </a:ext>
                  </a:extLst>
                </p14:cNvPr>
                <p14:cNvContentPartPr/>
                <p14:nvPr/>
              </p14:nvContentPartPr>
              <p14:xfrm>
                <a:off x="1552519" y="1513279"/>
                <a:ext cx="1024560" cy="5544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7ADF4DCE-66E7-D8A3-5BFE-E23D9199242E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534879" y="1495279"/>
                  <a:ext cx="106020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43AB7577-2F0D-53E8-124C-2EC06FF60BC7}"/>
                    </a:ext>
                  </a:extLst>
                </p14:cNvPr>
                <p14:cNvContentPartPr/>
                <p14:nvPr/>
              </p14:nvContentPartPr>
              <p14:xfrm>
                <a:off x="4272319" y="1476919"/>
                <a:ext cx="468000" cy="3135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43AB7577-2F0D-53E8-124C-2EC06FF60BC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254679" y="1458919"/>
                  <a:ext cx="503640" cy="34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228DDEB7-DFF8-9238-B331-198891F6A2F4}"/>
                    </a:ext>
                  </a:extLst>
                </p14:cNvPr>
                <p14:cNvContentPartPr/>
                <p14:nvPr/>
              </p14:nvContentPartPr>
              <p14:xfrm>
                <a:off x="3854719" y="1994239"/>
                <a:ext cx="551520" cy="3549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228DDEB7-DFF8-9238-B331-198891F6A2F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836719" y="1976599"/>
                  <a:ext cx="587160" cy="39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0134C8F5-864E-7063-3AED-2AAC5A52AFC8}"/>
                    </a:ext>
                  </a:extLst>
                </p14:cNvPr>
                <p14:cNvContentPartPr/>
                <p14:nvPr/>
              </p14:nvContentPartPr>
              <p14:xfrm>
                <a:off x="2143279" y="1497079"/>
                <a:ext cx="1514520" cy="5374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0134C8F5-864E-7063-3AED-2AAC5A52AFC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125639" y="1479439"/>
                  <a:ext cx="1550160" cy="57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738957C3-5373-8FD1-EE69-740E00F2485C}"/>
                    </a:ext>
                  </a:extLst>
                </p14:cNvPr>
                <p14:cNvContentPartPr/>
                <p14:nvPr/>
              </p14:nvContentPartPr>
              <p14:xfrm>
                <a:off x="3728359" y="2344519"/>
                <a:ext cx="224640" cy="1000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738957C3-5373-8FD1-EE69-740E00F2485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710359" y="2326519"/>
                  <a:ext cx="26028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39C8033B-5F66-98EF-2E37-42C69BEBAB56}"/>
                    </a:ext>
                  </a:extLst>
                </p14:cNvPr>
                <p14:cNvContentPartPr/>
                <p14:nvPr/>
              </p14:nvContentPartPr>
              <p14:xfrm>
                <a:off x="4556359" y="1773559"/>
                <a:ext cx="212400" cy="3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9C8033B-5F66-98EF-2E37-42C69BEBAB5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538359" y="1755919"/>
                  <a:ext cx="2480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85CAD10D-27A3-F61C-B1D3-4350805EC583}"/>
                    </a:ext>
                  </a:extLst>
                </p14:cNvPr>
                <p14:cNvContentPartPr/>
                <p14:nvPr/>
              </p14:nvContentPartPr>
              <p14:xfrm>
                <a:off x="4666159" y="1694719"/>
                <a:ext cx="8640" cy="1962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85CAD10D-27A3-F61C-B1D3-4350805EC58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648159" y="1676719"/>
                  <a:ext cx="4428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CF0157B3-21CE-8226-8A4C-426910C1E290}"/>
                    </a:ext>
                  </a:extLst>
                </p14:cNvPr>
                <p14:cNvContentPartPr/>
                <p14:nvPr/>
              </p14:nvContentPartPr>
              <p14:xfrm>
                <a:off x="3949039" y="2017639"/>
                <a:ext cx="199440" cy="1821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CF0157B3-21CE-8226-8A4C-426910C1E29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931399" y="1999639"/>
                  <a:ext cx="235080" cy="217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EA828F98-5103-288E-FFA5-3AF1554BBA03}"/>
                  </a:ext>
                </a:extLst>
              </p14:cNvPr>
              <p14:cNvContentPartPr/>
              <p14:nvPr/>
            </p14:nvContentPartPr>
            <p14:xfrm>
              <a:off x="3058399" y="2843119"/>
              <a:ext cx="2542680" cy="12168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EA828F98-5103-288E-FFA5-3AF1554BBA03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040399" y="2825119"/>
                <a:ext cx="2578320" cy="15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0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ABFE2610-3961-A64C-85BF-95DF4BB7288C}"/>
                  </a:ext>
                </a:extLst>
              </p14:cNvPr>
              <p14:cNvContentPartPr/>
              <p14:nvPr/>
            </p14:nvContentPartPr>
            <p14:xfrm>
              <a:off x="2979559" y="3578599"/>
              <a:ext cx="2231280" cy="3132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ABFE2610-3961-A64C-85BF-95DF4BB7288C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961559" y="3560959"/>
                <a:ext cx="2266920" cy="6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2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FF96D9F7-90B0-F9C5-C5B7-327ED74124D6}"/>
                  </a:ext>
                </a:extLst>
              </p14:cNvPr>
              <p14:cNvContentPartPr/>
              <p14:nvPr/>
            </p14:nvContentPartPr>
            <p14:xfrm>
              <a:off x="1962559" y="3721159"/>
              <a:ext cx="333000" cy="23652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FF96D9F7-90B0-F9C5-C5B7-327ED74124D6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944919" y="3703159"/>
                <a:ext cx="368640" cy="27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4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B813E89D-F01D-D07A-8AC9-B1ABBBAB769D}"/>
                  </a:ext>
                </a:extLst>
              </p14:cNvPr>
              <p14:cNvContentPartPr/>
              <p14:nvPr/>
            </p14:nvContentPartPr>
            <p14:xfrm>
              <a:off x="4327399" y="4311559"/>
              <a:ext cx="1884240" cy="11880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B813E89D-F01D-D07A-8AC9-B1ABBBAB769D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309759" y="4293919"/>
                <a:ext cx="1919880" cy="154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703640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Internal SRAM2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Size is 16KB</a:t>
            </a:r>
          </a:p>
          <a:p>
            <a:r>
              <a:rPr lang="en-US" dirty="0"/>
              <a:t>Begins @ </a:t>
            </a:r>
            <a:r>
              <a:rPr lang="en-IN" dirty="0"/>
              <a:t>0x2001_C000</a:t>
            </a:r>
          </a:p>
          <a:p>
            <a:r>
              <a:rPr lang="en-US" dirty="0"/>
              <a:t>Ends @ </a:t>
            </a:r>
            <a:r>
              <a:rPr lang="en-IN" dirty="0"/>
              <a:t>0x2001_FFFF</a:t>
            </a:r>
          </a:p>
          <a:p>
            <a:r>
              <a:rPr lang="en-US" dirty="0"/>
              <a:t>Used to store your application global data, static variables</a:t>
            </a:r>
          </a:p>
          <a:p>
            <a:r>
              <a:rPr lang="en-US" dirty="0"/>
              <a:t>Also can be used for Stack and Heap Purpose</a:t>
            </a:r>
          </a:p>
          <a:p>
            <a:r>
              <a:rPr lang="en-US" dirty="0"/>
              <a:t>Volatile </a:t>
            </a:r>
          </a:p>
          <a:p>
            <a:r>
              <a:rPr lang="en-US" dirty="0"/>
              <a:t>You can also execute code from this memory </a:t>
            </a:r>
            <a:endParaRPr lang="en-IN" dirty="0"/>
          </a:p>
        </p:txBody>
      </p: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2A56B3F-0171-6A6D-468A-214252074B09}"/>
                  </a:ext>
                </a:extLst>
              </p14:cNvPr>
              <p14:cNvContentPartPr/>
              <p14:nvPr/>
            </p14:nvContentPartPr>
            <p14:xfrm>
              <a:off x="4327399" y="1731799"/>
              <a:ext cx="351720" cy="1677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2A56B3F-0171-6A6D-468A-214252074B0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309759" y="1713799"/>
                <a:ext cx="387360" cy="20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696075A9-1FF2-E436-8422-83A596B5DD50}"/>
                  </a:ext>
                </a:extLst>
              </p14:cNvPr>
              <p14:cNvContentPartPr/>
              <p14:nvPr/>
            </p14:nvContentPartPr>
            <p14:xfrm>
              <a:off x="2743039" y="1292599"/>
              <a:ext cx="228600" cy="1821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696075A9-1FF2-E436-8422-83A596B5DD5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725039" y="1274599"/>
                <a:ext cx="264240" cy="21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06AB69A5-E248-D8CB-ED04-B76E7ABC65C9}"/>
                  </a:ext>
                </a:extLst>
              </p14:cNvPr>
              <p14:cNvContentPartPr/>
              <p14:nvPr/>
            </p14:nvContentPartPr>
            <p14:xfrm>
              <a:off x="3925279" y="2115919"/>
              <a:ext cx="381960" cy="2415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06AB69A5-E248-D8CB-ED04-B76E7ABC65C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907639" y="2097919"/>
                <a:ext cx="417600" cy="277200"/>
              </a:xfrm>
              <a:prstGeom prst="rect">
                <a:avLst/>
              </a:prstGeom>
            </p:spPr>
          </p:pic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D4273031-DCD4-470D-1006-C9B2384D81C1}"/>
              </a:ext>
            </a:extLst>
          </p:cNvPr>
          <p:cNvGrpSpPr/>
          <p:nvPr/>
        </p:nvGrpSpPr>
        <p:grpSpPr>
          <a:xfrm>
            <a:off x="1568719" y="1607959"/>
            <a:ext cx="360" cy="360"/>
            <a:chOff x="1568719" y="1607959"/>
            <a:chExt cx="360" cy="36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1E8B5278-A089-31D3-8AF1-B3A093FB1C66}"/>
                    </a:ext>
                  </a:extLst>
                </p14:cNvPr>
                <p14:cNvContentPartPr/>
                <p14:nvPr/>
              </p14:nvContentPartPr>
              <p14:xfrm>
                <a:off x="1568719" y="1607959"/>
                <a:ext cx="360" cy="3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1E8B5278-A089-31D3-8AF1-B3A093FB1C6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550719" y="1589959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648E731-6FBE-F170-4BCE-66285A8D10F2}"/>
                    </a:ext>
                  </a:extLst>
                </p14:cNvPr>
                <p14:cNvContentPartPr/>
                <p14:nvPr/>
              </p14:nvContentPartPr>
              <p14:xfrm>
                <a:off x="1568719" y="1607959"/>
                <a:ext cx="360" cy="3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C648E731-6FBE-F170-4BCE-66285A8D10F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550719" y="1589959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2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99400037-D6E6-FF60-A16A-F810D68BC9AA}"/>
                  </a:ext>
                </a:extLst>
              </p14:cNvPr>
              <p14:cNvContentPartPr/>
              <p14:nvPr/>
            </p14:nvContentPartPr>
            <p14:xfrm>
              <a:off x="2687959" y="2345959"/>
              <a:ext cx="981360" cy="190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99400037-D6E6-FF60-A16A-F810D68BC9A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669959" y="2327959"/>
                <a:ext cx="1017000" cy="5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D04E241A-3E9C-0755-7EEB-142642E74E55}"/>
                  </a:ext>
                </a:extLst>
              </p14:cNvPr>
              <p14:cNvContentPartPr/>
              <p14:nvPr/>
            </p14:nvContentPartPr>
            <p14:xfrm>
              <a:off x="3712519" y="3530719"/>
              <a:ext cx="2971440" cy="10368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D04E241A-3E9C-0755-7EEB-142642E74E55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694879" y="3512719"/>
                <a:ext cx="3007080" cy="13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59FD51DC-56E9-F0B7-A4A7-3CC1698EEBBB}"/>
                  </a:ext>
                </a:extLst>
              </p14:cNvPr>
              <p14:cNvContentPartPr/>
              <p14:nvPr/>
            </p14:nvContentPartPr>
            <p14:xfrm>
              <a:off x="1820719" y="3824479"/>
              <a:ext cx="378360" cy="25992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59FD51DC-56E9-F0B7-A4A7-3CC1698EEBBB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803079" y="3806839"/>
                <a:ext cx="414000" cy="295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625927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" y="819150"/>
            <a:ext cx="8635826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All ARM Cortex M Based MCUs right after reset does,</a:t>
            </a:r>
            <a:endParaRPr lang="en-US" dirty="0"/>
          </a:p>
          <a:p>
            <a:pPr marL="342900" indent="-342900">
              <a:buAutoNum type="arabicParenR"/>
            </a:pPr>
            <a:r>
              <a:rPr lang="en-US" dirty="0"/>
              <a:t>Load value @ Memory </a:t>
            </a:r>
            <a:r>
              <a:rPr lang="en-US" dirty="0" err="1"/>
              <a:t>addr</a:t>
            </a:r>
            <a:r>
              <a:rPr lang="en-US" dirty="0"/>
              <a:t>. </a:t>
            </a:r>
            <a:r>
              <a:rPr lang="en-US" b="1" dirty="0">
                <a:solidFill>
                  <a:srgbClr val="FF0000"/>
                </a:solidFill>
              </a:rPr>
              <a:t>0x0000_0000</a:t>
            </a:r>
            <a:r>
              <a:rPr lang="en-US" dirty="0"/>
              <a:t> in to MSP</a:t>
            </a:r>
          </a:p>
          <a:p>
            <a:pPr marL="342900" indent="-342900">
              <a:buAutoNum type="arabicParenR"/>
            </a:pPr>
            <a:r>
              <a:rPr lang="en-US" dirty="0"/>
              <a:t>Load value @ Memory </a:t>
            </a:r>
            <a:r>
              <a:rPr lang="en-US" dirty="0" err="1"/>
              <a:t>addr</a:t>
            </a:r>
            <a:r>
              <a:rPr lang="en-US" dirty="0"/>
              <a:t>. </a:t>
            </a:r>
            <a:r>
              <a:rPr lang="en-US" b="1" dirty="0">
                <a:solidFill>
                  <a:srgbClr val="FF0000"/>
                </a:solidFill>
              </a:rPr>
              <a:t>0x0000_0004</a:t>
            </a:r>
            <a:r>
              <a:rPr lang="en-US" dirty="0"/>
              <a:t> in to PC  (Value = </a:t>
            </a:r>
            <a:r>
              <a:rPr lang="en-US" dirty="0" err="1"/>
              <a:t>Addr</a:t>
            </a:r>
            <a:r>
              <a:rPr lang="en-US" dirty="0"/>
              <a:t> of the reset handler)</a:t>
            </a:r>
            <a:endParaRPr lang="en-IN" dirty="0"/>
          </a:p>
        </p:txBody>
      </p:sp>
      <p:sp>
        <p:nvSpPr>
          <p:cNvPr id="3" name="Rectangle 2"/>
          <p:cNvSpPr/>
          <p:nvPr/>
        </p:nvSpPr>
        <p:spPr>
          <a:xfrm>
            <a:off x="262467" y="2114550"/>
            <a:ext cx="5367367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In STM32 Microcontroller </a:t>
            </a:r>
            <a:r>
              <a:rPr lang="en-US" dirty="0"/>
              <a:t>, </a:t>
            </a:r>
          </a:p>
          <a:p>
            <a:pPr marL="342900" indent="-342900">
              <a:buAutoNum type="arabicParenR"/>
            </a:pPr>
            <a:r>
              <a:rPr lang="en-US" dirty="0"/>
              <a:t>MSP value stored at </a:t>
            </a:r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0x0800_0000</a:t>
            </a:r>
          </a:p>
          <a:p>
            <a:pPr marL="342900" indent="-342900">
              <a:buAutoNum type="arabicParenR"/>
            </a:pPr>
            <a:r>
              <a:rPr lang="en-US" dirty="0"/>
              <a:t>Vector table starts from </a:t>
            </a:r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0x0800_0004</a:t>
            </a:r>
          </a:p>
          <a:p>
            <a:pPr marL="342900" indent="-342900">
              <a:buAutoNum type="arabicParenR"/>
            </a:pPr>
            <a:r>
              <a:rPr lang="en-US" dirty="0"/>
              <a:t>Address of the reset handler found at </a:t>
            </a:r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0x0800_0004</a:t>
            </a:r>
            <a:endParaRPr lang="en-IN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981200" y="3562350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So , Don’t you think we should somehow link 0x0800_0000 to 0x0000_0000 ??</a:t>
            </a:r>
            <a:endParaRPr lang="en-IN" b="1" dirty="0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3326E2F-E3E9-D4A4-6E14-FCFE0EE29D62}"/>
                  </a:ext>
                </a:extLst>
              </p14:cNvPr>
              <p14:cNvContentPartPr/>
              <p14:nvPr/>
            </p14:nvContentPartPr>
            <p14:xfrm>
              <a:off x="5423239" y="951679"/>
              <a:ext cx="326880" cy="1522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3326E2F-E3E9-D4A4-6E14-FCFE0EE29D6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405239" y="934039"/>
                <a:ext cx="362520" cy="18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B1030D58-E136-9719-9D04-D2A3A21EE70A}"/>
                  </a:ext>
                </a:extLst>
              </p14:cNvPr>
              <p14:cNvContentPartPr/>
              <p14:nvPr/>
            </p14:nvContentPartPr>
            <p14:xfrm>
              <a:off x="5629159" y="1316359"/>
              <a:ext cx="243720" cy="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B1030D58-E136-9719-9D04-D2A3A21EE70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611519" y="1298359"/>
                <a:ext cx="27936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7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0F71F60E-9D3D-49B6-F08C-7ACC5B0686DA}"/>
                  </a:ext>
                </a:extLst>
              </p14:cNvPr>
              <p14:cNvContentPartPr/>
              <p14:nvPr/>
            </p14:nvContentPartPr>
            <p14:xfrm>
              <a:off x="5601439" y="1268839"/>
              <a:ext cx="66600" cy="9504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0F71F60E-9D3D-49B6-F08C-7ACC5B0686D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583439" y="1251199"/>
                <a:ext cx="102240" cy="13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9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CBCBA2E9-38EE-DF91-CEF7-BC13FF1D2288}"/>
                  </a:ext>
                </a:extLst>
              </p14:cNvPr>
              <p14:cNvContentPartPr/>
              <p14:nvPr/>
            </p14:nvContentPartPr>
            <p14:xfrm>
              <a:off x="5170879" y="1395199"/>
              <a:ext cx="34596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CBCBA2E9-38EE-DF91-CEF7-BC13FF1D2288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153239" y="1377559"/>
                <a:ext cx="3816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1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86B58A26-55F9-A21D-D260-501DD98C9BBF}"/>
                  </a:ext>
                </a:extLst>
              </p14:cNvPr>
              <p14:cNvContentPartPr/>
              <p14:nvPr/>
            </p14:nvContentPartPr>
            <p14:xfrm>
              <a:off x="5155039" y="1158679"/>
              <a:ext cx="36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86B58A26-55F9-A21D-D260-501DD98C9BBF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137039" y="1141039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4B423326-D662-2B33-EB1D-A2CFED48FF5E}"/>
                  </a:ext>
                </a:extLst>
              </p14:cNvPr>
              <p14:cNvContentPartPr/>
              <p14:nvPr/>
            </p14:nvContentPartPr>
            <p14:xfrm>
              <a:off x="3586159" y="1379359"/>
              <a:ext cx="513000" cy="3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4B423326-D662-2B33-EB1D-A2CFED48FF5E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568519" y="1361359"/>
                <a:ext cx="54864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5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C48B2825-67E4-49C3-F419-2707A46C19BD}"/>
                  </a:ext>
                </a:extLst>
              </p14:cNvPr>
              <p14:cNvContentPartPr/>
              <p14:nvPr/>
            </p14:nvContentPartPr>
            <p14:xfrm>
              <a:off x="3555199" y="1609399"/>
              <a:ext cx="1108800" cy="16524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C48B2825-67E4-49C3-F419-2707A46C19BD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3537199" y="1591399"/>
                <a:ext cx="1144440" cy="20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7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8531E848-0E48-80DE-4484-F8F618A80722}"/>
                  </a:ext>
                </a:extLst>
              </p14:cNvPr>
              <p14:cNvContentPartPr/>
              <p14:nvPr/>
            </p14:nvContentPartPr>
            <p14:xfrm>
              <a:off x="4753279" y="1702279"/>
              <a:ext cx="417960" cy="3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8531E848-0E48-80DE-4484-F8F618A80722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4735279" y="1684639"/>
                <a:ext cx="4536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9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EBE15C31-E88A-FB67-0D84-6EEB6F2A7689}"/>
                  </a:ext>
                </a:extLst>
              </p14:cNvPr>
              <p14:cNvContentPartPr/>
              <p14:nvPr/>
            </p14:nvContentPartPr>
            <p14:xfrm>
              <a:off x="3996559" y="1678879"/>
              <a:ext cx="1008000" cy="25308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EBE15C31-E88A-FB67-0D84-6EEB6F2A7689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3978559" y="1661239"/>
                <a:ext cx="1043640" cy="288720"/>
              </a:xfrm>
              <a:prstGeom prst="rect">
                <a:avLst/>
              </a:prstGeom>
            </p:spPr>
          </p:pic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F90DBDAD-B171-BC29-54C6-F3549478CAC9}"/>
              </a:ext>
            </a:extLst>
          </p:cNvPr>
          <p:cNvGrpSpPr/>
          <p:nvPr/>
        </p:nvGrpSpPr>
        <p:grpSpPr>
          <a:xfrm>
            <a:off x="4161439" y="1710199"/>
            <a:ext cx="1143720" cy="434520"/>
            <a:chOff x="4161439" y="1710199"/>
            <a:chExt cx="1143720" cy="43452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1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22FBF03D-A352-64A5-FE17-5ED3C0B67649}"/>
                    </a:ext>
                  </a:extLst>
                </p14:cNvPr>
                <p14:cNvContentPartPr/>
                <p14:nvPr/>
              </p14:nvContentPartPr>
              <p14:xfrm>
                <a:off x="4174039" y="1710199"/>
                <a:ext cx="1131120" cy="4345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22FBF03D-A352-64A5-FE17-5ED3C0B67649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4156399" y="1692559"/>
                  <a:ext cx="1166760" cy="47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3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70589823-F6BA-0EFF-DA86-46FFC01C2A22}"/>
                    </a:ext>
                  </a:extLst>
                </p14:cNvPr>
                <p14:cNvContentPartPr/>
                <p14:nvPr/>
              </p14:nvContentPartPr>
              <p14:xfrm>
                <a:off x="4161439" y="1772119"/>
                <a:ext cx="197280" cy="1029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0589823-F6BA-0EFF-DA86-46FFC01C2A22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4143799" y="1754479"/>
                  <a:ext cx="232920" cy="138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5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0328C463-0F6D-C6D4-7906-72C2CFFD0436}"/>
                  </a:ext>
                </a:extLst>
              </p14:cNvPr>
              <p14:cNvContentPartPr/>
              <p14:nvPr/>
            </p14:nvContentPartPr>
            <p14:xfrm>
              <a:off x="7377679" y="1663039"/>
              <a:ext cx="181800" cy="2412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0328C463-0F6D-C6D4-7906-72C2CFFD0436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7360039" y="1645039"/>
                <a:ext cx="217440" cy="59760"/>
              </a:xfrm>
              <a:prstGeom prst="rect">
                <a:avLst/>
              </a:prstGeom>
            </p:spPr>
          </p:pic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6096B343-24D1-1D1B-987A-E5020AD0A459}"/>
              </a:ext>
            </a:extLst>
          </p:cNvPr>
          <p:cNvGrpSpPr/>
          <p:nvPr/>
        </p:nvGrpSpPr>
        <p:grpSpPr>
          <a:xfrm>
            <a:off x="7252039" y="1663039"/>
            <a:ext cx="291960" cy="205560"/>
            <a:chOff x="7252039" y="1663039"/>
            <a:chExt cx="291960" cy="20556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7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1007EA84-2EEC-09D1-6CD5-6222D949FAF0}"/>
                    </a:ext>
                  </a:extLst>
                </p14:cNvPr>
                <p14:cNvContentPartPr/>
                <p14:nvPr/>
              </p14:nvContentPartPr>
              <p14:xfrm>
                <a:off x="7252039" y="1868239"/>
                <a:ext cx="360" cy="3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1007EA84-2EEC-09D1-6CD5-6222D949FAF0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7234399" y="1850239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9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408732CA-BD2B-2385-C7AF-8B6BF63DC16C}"/>
                    </a:ext>
                  </a:extLst>
                </p14:cNvPr>
                <p14:cNvContentPartPr/>
                <p14:nvPr/>
              </p14:nvContentPartPr>
              <p14:xfrm>
                <a:off x="7252039" y="1687519"/>
                <a:ext cx="267120" cy="1810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408732CA-BD2B-2385-C7AF-8B6BF63DC16C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7234399" y="1669519"/>
                  <a:ext cx="30276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31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D89B00DE-2625-92DA-D319-D6B18385C438}"/>
                    </a:ext>
                  </a:extLst>
                </p14:cNvPr>
                <p14:cNvContentPartPr/>
                <p14:nvPr/>
              </p14:nvContentPartPr>
              <p14:xfrm>
                <a:off x="7520239" y="1663039"/>
                <a:ext cx="23760" cy="1188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D89B00DE-2625-92DA-D319-D6B18385C438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7502599" y="1645039"/>
                  <a:ext cx="59400" cy="154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3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A7A78AEE-B5DA-A3AA-F7B3-1B51E6127F9C}"/>
                  </a:ext>
                </a:extLst>
              </p14:cNvPr>
              <p14:cNvContentPartPr/>
              <p14:nvPr/>
            </p14:nvContentPartPr>
            <p14:xfrm>
              <a:off x="7986079" y="1734319"/>
              <a:ext cx="93600" cy="28440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A7A78AEE-B5DA-A3AA-F7B3-1B51E6127F9C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7968439" y="1716319"/>
                <a:ext cx="129240" cy="32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5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7649AC2F-A456-DA50-CE49-3C8689A0A797}"/>
                  </a:ext>
                </a:extLst>
              </p14:cNvPr>
              <p14:cNvContentPartPr/>
              <p14:nvPr/>
            </p14:nvContentPartPr>
            <p14:xfrm>
              <a:off x="7945399" y="1939159"/>
              <a:ext cx="127080" cy="8820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7649AC2F-A456-DA50-CE49-3C8689A0A797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7927759" y="1921159"/>
                <a:ext cx="162720" cy="12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7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CB1402AD-1520-86D0-01DF-17288511E81A}"/>
                  </a:ext>
                </a:extLst>
              </p14:cNvPr>
              <p14:cNvContentPartPr/>
              <p14:nvPr/>
            </p14:nvContentPartPr>
            <p14:xfrm>
              <a:off x="5651839" y="1106119"/>
              <a:ext cx="240120" cy="11592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CB1402AD-1520-86D0-01DF-17288511E81A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5633839" y="1088119"/>
                <a:ext cx="275760" cy="15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9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96FC90BB-16F2-8DCC-2762-C6249A0A7D50}"/>
                  </a:ext>
                </a:extLst>
              </p14:cNvPr>
              <p14:cNvContentPartPr/>
              <p14:nvPr/>
            </p14:nvContentPartPr>
            <p14:xfrm>
              <a:off x="5817079" y="1079839"/>
              <a:ext cx="141120" cy="9684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96FC90BB-16F2-8DCC-2762-C6249A0A7D50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5799439" y="1061839"/>
                <a:ext cx="176760" cy="13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1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CD97FC3A-38D8-9F3C-331E-38172C50D4F1}"/>
                  </a:ext>
                </a:extLst>
              </p14:cNvPr>
              <p14:cNvContentPartPr/>
              <p14:nvPr/>
            </p14:nvContentPartPr>
            <p14:xfrm>
              <a:off x="6747319" y="480079"/>
              <a:ext cx="826920" cy="4032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CD97FC3A-38D8-9F3C-331E-38172C50D4F1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6729679" y="462079"/>
                <a:ext cx="862560" cy="7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3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3F8F0978-56D0-9264-0367-307C30ECCA64}"/>
                  </a:ext>
                </a:extLst>
              </p14:cNvPr>
              <p14:cNvContentPartPr/>
              <p14:nvPr/>
            </p14:nvContentPartPr>
            <p14:xfrm>
              <a:off x="7630399" y="329239"/>
              <a:ext cx="270720" cy="20052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3F8F0978-56D0-9264-0367-307C30ECCA64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7612759" y="311599"/>
                <a:ext cx="306360" cy="23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5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42748AB5-E385-BBA9-A890-4818BD836125}"/>
                  </a:ext>
                </a:extLst>
              </p14:cNvPr>
              <p14:cNvContentPartPr/>
              <p14:nvPr/>
            </p14:nvContentPartPr>
            <p14:xfrm>
              <a:off x="6968359" y="906319"/>
              <a:ext cx="360" cy="36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42748AB5-E385-BBA9-A890-4818BD836125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6950359" y="888319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7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B4E4ACA5-CDCE-8D44-DB20-1988FBFA3C63}"/>
                  </a:ext>
                </a:extLst>
              </p14:cNvPr>
              <p14:cNvContentPartPr/>
              <p14:nvPr/>
            </p14:nvContentPartPr>
            <p14:xfrm>
              <a:off x="5155039" y="1418599"/>
              <a:ext cx="379080" cy="72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B4E4ACA5-CDCE-8D44-DB20-1988FBFA3C63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5137039" y="1382599"/>
                <a:ext cx="41472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9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2FBCC5D4-746B-167E-A458-38C94048510B}"/>
                  </a:ext>
                </a:extLst>
              </p14:cNvPr>
              <p14:cNvContentPartPr/>
              <p14:nvPr/>
            </p14:nvContentPartPr>
            <p14:xfrm>
              <a:off x="346879" y="2427679"/>
              <a:ext cx="185040" cy="360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2FBCC5D4-746B-167E-A458-38C94048510B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328879" y="2409679"/>
                <a:ext cx="22068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51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F2522ADF-84A0-9A37-5308-913CA16AE973}"/>
                  </a:ext>
                </a:extLst>
              </p14:cNvPr>
              <p14:cNvContentPartPr/>
              <p14:nvPr/>
            </p14:nvContentPartPr>
            <p14:xfrm>
              <a:off x="850879" y="2408599"/>
              <a:ext cx="1635840" cy="4284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F2522ADF-84A0-9A37-5308-913CA16AE973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833239" y="2390959"/>
                <a:ext cx="1671480" cy="78480"/>
              </a:xfrm>
              <a:prstGeom prst="rect">
                <a:avLst/>
              </a:prstGeom>
            </p:spPr>
          </p:pic>
        </mc:Fallback>
      </mc:AlternateContent>
      <p:grpSp>
        <p:nvGrpSpPr>
          <p:cNvPr id="40" name="Group 39">
            <a:extLst>
              <a:ext uri="{FF2B5EF4-FFF2-40B4-BE49-F238E27FC236}">
                <a16:creationId xmlns:a16="http://schemas.microsoft.com/office/drawing/2014/main" id="{E9976056-159B-0244-2709-FC4792515FC8}"/>
              </a:ext>
            </a:extLst>
          </p:cNvPr>
          <p:cNvGrpSpPr/>
          <p:nvPr/>
        </p:nvGrpSpPr>
        <p:grpSpPr>
          <a:xfrm>
            <a:off x="906679" y="1371439"/>
            <a:ext cx="3160080" cy="95400"/>
            <a:chOff x="906679" y="1371439"/>
            <a:chExt cx="3160080" cy="9540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53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2A0D69E9-D48F-57AD-3F55-B5ED81D579BA}"/>
                    </a:ext>
                  </a:extLst>
                </p14:cNvPr>
                <p14:cNvContentPartPr/>
                <p14:nvPr/>
              </p14:nvContentPartPr>
              <p14:xfrm>
                <a:off x="906679" y="1433719"/>
                <a:ext cx="2650680" cy="331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2A0D69E9-D48F-57AD-3F55-B5ED81D579BA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888679" y="1415719"/>
                  <a:ext cx="268632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55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38E29813-9864-B00F-A6F3-43D46DC3A538}"/>
                    </a:ext>
                  </a:extLst>
                </p14:cNvPr>
                <p14:cNvContentPartPr/>
                <p14:nvPr/>
              </p14:nvContentPartPr>
              <p14:xfrm>
                <a:off x="3610279" y="1450279"/>
                <a:ext cx="456480" cy="3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38E29813-9864-B00F-A6F3-43D46DC3A538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3592279" y="1432639"/>
                  <a:ext cx="4921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57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4E697490-6D6F-2A03-39FC-EBC82BC97BC4}"/>
                    </a:ext>
                  </a:extLst>
                </p14:cNvPr>
                <p14:cNvContentPartPr/>
                <p14:nvPr/>
              </p14:nvContentPartPr>
              <p14:xfrm>
                <a:off x="3483919" y="1371439"/>
                <a:ext cx="295560" cy="370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4E697490-6D6F-2A03-39FC-EBC82BC97BC4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3466279" y="1353439"/>
                  <a:ext cx="331200" cy="72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59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D74462CB-132C-527C-E831-1CAAB1FB74E4}"/>
                  </a:ext>
                </a:extLst>
              </p14:cNvPr>
              <p14:cNvContentPartPr/>
              <p14:nvPr/>
            </p14:nvContentPartPr>
            <p14:xfrm>
              <a:off x="2750599" y="2395639"/>
              <a:ext cx="1255320" cy="35604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D74462CB-132C-527C-E831-1CAAB1FB74E4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2732599" y="2377999"/>
                <a:ext cx="1290960" cy="39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61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B1BAD0E8-EC16-E548-AB4C-8F9C80686094}"/>
                  </a:ext>
                </a:extLst>
              </p14:cNvPr>
              <p14:cNvContentPartPr/>
              <p14:nvPr/>
            </p14:nvContentPartPr>
            <p14:xfrm>
              <a:off x="3982159" y="2269999"/>
              <a:ext cx="251280" cy="18252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B1BAD0E8-EC16-E548-AB4C-8F9C80686094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3964159" y="2252359"/>
                <a:ext cx="286920" cy="218160"/>
              </a:xfrm>
              <a:prstGeom prst="rect">
                <a:avLst/>
              </a:prstGeom>
            </p:spPr>
          </p:pic>
        </mc:Fallback>
      </mc:AlternateContent>
      <p:grpSp>
        <p:nvGrpSpPr>
          <p:cNvPr id="54" name="Group 53">
            <a:extLst>
              <a:ext uri="{FF2B5EF4-FFF2-40B4-BE49-F238E27FC236}">
                <a16:creationId xmlns:a16="http://schemas.microsoft.com/office/drawing/2014/main" id="{BCD41439-084F-19A1-0DB7-AACC413FB77B}"/>
              </a:ext>
            </a:extLst>
          </p:cNvPr>
          <p:cNvGrpSpPr/>
          <p:nvPr/>
        </p:nvGrpSpPr>
        <p:grpSpPr>
          <a:xfrm>
            <a:off x="3168559" y="2293759"/>
            <a:ext cx="1364040" cy="629640"/>
            <a:chOff x="3168559" y="2293759"/>
            <a:chExt cx="1364040" cy="62964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63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FD549AC5-7A39-D663-CB1E-9A4381C8800E}"/>
                    </a:ext>
                  </a:extLst>
                </p14:cNvPr>
                <p14:cNvContentPartPr/>
                <p14:nvPr/>
              </p14:nvContentPartPr>
              <p14:xfrm>
                <a:off x="3231199" y="2293759"/>
                <a:ext cx="402840" cy="1576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FD549AC5-7A39-D663-CB1E-9A4381C8800E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3213199" y="2276119"/>
                  <a:ext cx="43848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65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E3124E35-3010-4A57-FF23-9F38393C77A3}"/>
                    </a:ext>
                  </a:extLst>
                </p14:cNvPr>
                <p14:cNvContentPartPr/>
                <p14:nvPr/>
              </p14:nvContentPartPr>
              <p14:xfrm>
                <a:off x="3168559" y="2380159"/>
                <a:ext cx="261360" cy="961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E3124E35-3010-4A57-FF23-9F38393C77A3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3150919" y="2362519"/>
                  <a:ext cx="29700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67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5C36B426-CB58-FCBF-BD12-0BB476D73DF5}"/>
                    </a:ext>
                  </a:extLst>
                </p14:cNvPr>
                <p14:cNvContentPartPr/>
                <p14:nvPr/>
              </p14:nvContentPartPr>
              <p14:xfrm>
                <a:off x="3910879" y="2561599"/>
                <a:ext cx="440640" cy="324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5C36B426-CB58-FCBF-BD12-0BB476D73DF5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3892879" y="2543959"/>
                  <a:ext cx="47628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69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F64FAC1A-5553-F2CE-96C2-68A4B7CACED3}"/>
                    </a:ext>
                  </a:extLst>
                </p14:cNvPr>
                <p14:cNvContentPartPr/>
                <p14:nvPr/>
              </p14:nvContentPartPr>
              <p14:xfrm>
                <a:off x="3926719" y="2514439"/>
                <a:ext cx="223560" cy="1612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F64FAC1A-5553-F2CE-96C2-68A4B7CACED3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3908719" y="2496439"/>
                  <a:ext cx="25920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71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8B900456-9DD7-2E1F-3F8E-71116494A45E}"/>
                    </a:ext>
                  </a:extLst>
                </p14:cNvPr>
                <p14:cNvContentPartPr/>
                <p14:nvPr/>
              </p14:nvContentPartPr>
              <p14:xfrm>
                <a:off x="4213639" y="2648359"/>
                <a:ext cx="318960" cy="2055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8B900456-9DD7-2E1F-3F8E-71116494A45E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4195639" y="2630719"/>
                  <a:ext cx="35460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73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293C2076-6C41-6D2B-3724-CB3CB09553B4}"/>
                    </a:ext>
                  </a:extLst>
                </p14:cNvPr>
                <p14:cNvContentPartPr/>
                <p14:nvPr/>
              </p14:nvContentPartPr>
              <p14:xfrm>
                <a:off x="4215079" y="2798119"/>
                <a:ext cx="168840" cy="1252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293C2076-6C41-6D2B-3724-CB3CB09553B4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4197079" y="2780479"/>
                  <a:ext cx="204480" cy="160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75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09B10263-41A7-FB54-B8CC-CEDD14465E94}"/>
                  </a:ext>
                </a:extLst>
              </p14:cNvPr>
              <p14:cNvContentPartPr/>
              <p14:nvPr/>
            </p14:nvContentPartPr>
            <p14:xfrm>
              <a:off x="5534839" y="2971639"/>
              <a:ext cx="141840" cy="13500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09B10263-41A7-FB54-B8CC-CEDD14465E94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5516839" y="2953999"/>
                <a:ext cx="177480" cy="17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77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FAFE1A44-230B-9980-5DE6-BE045410E887}"/>
                  </a:ext>
                </a:extLst>
              </p14:cNvPr>
              <p14:cNvContentPartPr/>
              <p14:nvPr/>
            </p14:nvContentPartPr>
            <p14:xfrm>
              <a:off x="4422079" y="3310759"/>
              <a:ext cx="538560" cy="1296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FAFE1A44-230B-9980-5DE6-BE045410E887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4404439" y="3292759"/>
                <a:ext cx="574200" cy="48600"/>
              </a:xfrm>
              <a:prstGeom prst="rect">
                <a:avLst/>
              </a:prstGeom>
            </p:spPr>
          </p:pic>
        </mc:Fallback>
      </mc:AlternateContent>
      <p:grpSp>
        <p:nvGrpSpPr>
          <p:cNvPr id="61" name="Group 60">
            <a:extLst>
              <a:ext uri="{FF2B5EF4-FFF2-40B4-BE49-F238E27FC236}">
                <a16:creationId xmlns:a16="http://schemas.microsoft.com/office/drawing/2014/main" id="{54AFE7F2-6A99-EB74-3F3D-FE806CD019E7}"/>
              </a:ext>
            </a:extLst>
          </p:cNvPr>
          <p:cNvGrpSpPr/>
          <p:nvPr/>
        </p:nvGrpSpPr>
        <p:grpSpPr>
          <a:xfrm>
            <a:off x="3160639" y="4161799"/>
            <a:ext cx="923040" cy="277200"/>
            <a:chOff x="3160639" y="4161799"/>
            <a:chExt cx="923040" cy="27720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79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672C59FB-1E7E-0644-188A-5606C54B02A1}"/>
                    </a:ext>
                  </a:extLst>
                </p14:cNvPr>
                <p14:cNvContentPartPr/>
                <p14:nvPr/>
              </p14:nvContentPartPr>
              <p14:xfrm>
                <a:off x="3182959" y="4161799"/>
                <a:ext cx="900720" cy="27720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672C59FB-1E7E-0644-188A-5606C54B02A1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3164959" y="4144159"/>
                  <a:ext cx="936360" cy="3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81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4AB80A8-5242-4347-C32C-A938415FF59E}"/>
                    </a:ext>
                  </a:extLst>
                </p14:cNvPr>
                <p14:cNvContentPartPr/>
                <p14:nvPr/>
              </p14:nvContentPartPr>
              <p14:xfrm>
                <a:off x="3176839" y="4224799"/>
                <a:ext cx="5040" cy="1065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4AB80A8-5242-4347-C32C-A938415FF59E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3158839" y="4207159"/>
                  <a:ext cx="4068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83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7426EEC4-B618-48CF-1456-596579A2C1CF}"/>
                    </a:ext>
                  </a:extLst>
                </p14:cNvPr>
                <p14:cNvContentPartPr/>
                <p14:nvPr/>
              </p14:nvContentPartPr>
              <p14:xfrm>
                <a:off x="3160639" y="4233079"/>
                <a:ext cx="256680" cy="190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7426EEC4-B618-48CF-1456-596579A2C1CF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3142999" y="4215079"/>
                  <a:ext cx="292320" cy="547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0484296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3574506" y="312964"/>
            <a:ext cx="1752600" cy="4495800"/>
            <a:chOff x="1636889" y="361950"/>
            <a:chExt cx="1752600" cy="4495800"/>
          </a:xfrm>
        </p:grpSpPr>
        <p:sp>
          <p:nvSpPr>
            <p:cNvPr id="4" name="Rectangle 3"/>
            <p:cNvSpPr/>
            <p:nvPr/>
          </p:nvSpPr>
          <p:spPr>
            <a:xfrm>
              <a:off x="1636889" y="361950"/>
              <a:ext cx="1752600" cy="44958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6" name="Straight Connector 5"/>
            <p:cNvCxnSpPr/>
            <p:nvPr/>
          </p:nvCxnSpPr>
          <p:spPr>
            <a:xfrm>
              <a:off x="1636889" y="4476750"/>
              <a:ext cx="1752600" cy="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>
              <a:off x="1636889" y="4095750"/>
              <a:ext cx="1752600" cy="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1636889" y="3714750"/>
              <a:ext cx="1752600" cy="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1636889" y="3333750"/>
              <a:ext cx="1752600" cy="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1636889" y="2038350"/>
              <a:ext cx="1752600" cy="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1636889" y="1657350"/>
              <a:ext cx="1752600" cy="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1636889" y="1276350"/>
              <a:ext cx="1752600" cy="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1636889" y="895350"/>
              <a:ext cx="1752600" cy="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Rectangle 14"/>
          <p:cNvSpPr/>
          <p:nvPr/>
        </p:nvSpPr>
        <p:spPr>
          <a:xfrm>
            <a:off x="3232844" y="4808764"/>
            <a:ext cx="24359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Processor Memory Map</a:t>
            </a:r>
            <a:endParaRPr lang="en-IN" dirty="0"/>
          </a:p>
        </p:txBody>
      </p:sp>
      <p:sp>
        <p:nvSpPr>
          <p:cNvPr id="16" name="Rectangle 15"/>
          <p:cNvSpPr/>
          <p:nvPr/>
        </p:nvSpPr>
        <p:spPr>
          <a:xfrm>
            <a:off x="2261326" y="4470210"/>
            <a:ext cx="131318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/>
              <a:t>0x0000_0000</a:t>
            </a:r>
            <a:endParaRPr lang="en-IN" sz="1600" dirty="0"/>
          </a:p>
        </p:txBody>
      </p:sp>
      <p:sp>
        <p:nvSpPr>
          <p:cNvPr id="17" name="Rectangle 16"/>
          <p:cNvSpPr/>
          <p:nvPr/>
        </p:nvSpPr>
        <p:spPr>
          <a:xfrm>
            <a:off x="2261326" y="4085400"/>
            <a:ext cx="131318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/>
              <a:t>0x0000_0004</a:t>
            </a:r>
            <a:endParaRPr lang="en-IN" sz="1600" dirty="0"/>
          </a:p>
        </p:txBody>
      </p:sp>
      <p:sp>
        <p:nvSpPr>
          <p:cNvPr id="18" name="Rectangle 17"/>
          <p:cNvSpPr/>
          <p:nvPr/>
        </p:nvSpPr>
        <p:spPr>
          <a:xfrm>
            <a:off x="2228669" y="3691337"/>
            <a:ext cx="131318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/>
              <a:t>0x0000_0008</a:t>
            </a:r>
            <a:endParaRPr lang="en-IN" sz="1600" dirty="0"/>
          </a:p>
        </p:txBody>
      </p:sp>
      <p:sp>
        <p:nvSpPr>
          <p:cNvPr id="19" name="Rectangle 18"/>
          <p:cNvSpPr/>
          <p:nvPr/>
        </p:nvSpPr>
        <p:spPr>
          <a:xfrm>
            <a:off x="2228669" y="3284764"/>
            <a:ext cx="131799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/>
              <a:t>0x0000_000C</a:t>
            </a:r>
            <a:endParaRPr lang="en-IN" sz="1600" dirty="0"/>
          </a:p>
        </p:txBody>
      </p:sp>
      <p:sp>
        <p:nvSpPr>
          <p:cNvPr id="20" name="Rectangle 19"/>
          <p:cNvSpPr/>
          <p:nvPr/>
        </p:nvSpPr>
        <p:spPr>
          <a:xfrm>
            <a:off x="2228669" y="1608364"/>
            <a:ext cx="131318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/>
              <a:t>0x0800_0000</a:t>
            </a:r>
            <a:endParaRPr lang="en-IN" sz="1600" dirty="0"/>
          </a:p>
        </p:txBody>
      </p:sp>
      <p:sp>
        <p:nvSpPr>
          <p:cNvPr id="21" name="Rectangle 20"/>
          <p:cNvSpPr/>
          <p:nvPr/>
        </p:nvSpPr>
        <p:spPr>
          <a:xfrm>
            <a:off x="2228669" y="1227364"/>
            <a:ext cx="131318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/>
              <a:t>0x0800_0004</a:t>
            </a:r>
            <a:endParaRPr lang="en-IN" sz="1600" dirty="0"/>
          </a:p>
        </p:txBody>
      </p:sp>
      <p:sp>
        <p:nvSpPr>
          <p:cNvPr id="22" name="Rectangle 21"/>
          <p:cNvSpPr/>
          <p:nvPr/>
        </p:nvSpPr>
        <p:spPr>
          <a:xfrm>
            <a:off x="2228669" y="845811"/>
            <a:ext cx="131318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/>
              <a:t>0x0800_0008</a:t>
            </a:r>
            <a:endParaRPr lang="en-IN" sz="1600" dirty="0"/>
          </a:p>
        </p:txBody>
      </p:sp>
      <p:sp>
        <p:nvSpPr>
          <p:cNvPr id="23" name="Freeform 22"/>
          <p:cNvSpPr/>
          <p:nvPr/>
        </p:nvSpPr>
        <p:spPr>
          <a:xfrm>
            <a:off x="4118792" y="2187484"/>
            <a:ext cx="731539" cy="953588"/>
          </a:xfrm>
          <a:custGeom>
            <a:avLst/>
            <a:gdLst>
              <a:gd name="connsiteX0" fmla="*/ 0 w 731539"/>
              <a:gd name="connsiteY0" fmla="*/ 0 h 953588"/>
              <a:gd name="connsiteX1" fmla="*/ 731520 w 731539"/>
              <a:gd name="connsiteY1" fmla="*/ 404948 h 953588"/>
              <a:gd name="connsiteX2" fmla="*/ 26125 w 731539"/>
              <a:gd name="connsiteY2" fmla="*/ 953588 h 953588"/>
              <a:gd name="connsiteX3" fmla="*/ 26125 w 731539"/>
              <a:gd name="connsiteY3" fmla="*/ 953588 h 953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1539" h="953588">
                <a:moveTo>
                  <a:pt x="0" y="0"/>
                </a:moveTo>
                <a:cubicBezTo>
                  <a:pt x="363583" y="123008"/>
                  <a:pt x="727166" y="246017"/>
                  <a:pt x="731520" y="404948"/>
                </a:cubicBezTo>
                <a:cubicBezTo>
                  <a:pt x="735874" y="563879"/>
                  <a:pt x="26125" y="953588"/>
                  <a:pt x="26125" y="953588"/>
                </a:cubicBezTo>
                <a:lnTo>
                  <a:pt x="26125" y="953588"/>
                </a:ln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Left Arrow 23"/>
          <p:cNvSpPr/>
          <p:nvPr/>
        </p:nvSpPr>
        <p:spPr>
          <a:xfrm>
            <a:off x="5350543" y="1713418"/>
            <a:ext cx="974058" cy="211723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Rectangle 24"/>
          <p:cNvSpPr/>
          <p:nvPr/>
        </p:nvSpPr>
        <p:spPr>
          <a:xfrm>
            <a:off x="6331132" y="1622216"/>
            <a:ext cx="26695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Our User flash begins here</a:t>
            </a:r>
            <a:endParaRPr lang="en-IN" dirty="0"/>
          </a:p>
        </p:txBody>
      </p:sp>
      <p:sp>
        <p:nvSpPr>
          <p:cNvPr id="26" name="Rectangle 25"/>
          <p:cNvSpPr/>
          <p:nvPr/>
        </p:nvSpPr>
        <p:spPr>
          <a:xfrm>
            <a:off x="4014366" y="1603550"/>
            <a:ext cx="6062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MSP</a:t>
            </a:r>
            <a:endParaRPr lang="en-IN" dirty="0"/>
          </a:p>
        </p:txBody>
      </p:sp>
      <p:sp>
        <p:nvSpPr>
          <p:cNvPr id="27" name="Rectangle 26"/>
          <p:cNvSpPr/>
          <p:nvPr/>
        </p:nvSpPr>
        <p:spPr>
          <a:xfrm>
            <a:off x="3593695" y="1223945"/>
            <a:ext cx="16982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Reset </a:t>
            </a:r>
            <a:r>
              <a:rPr lang="en-US" dirty="0" err="1"/>
              <a:t>Hndlr</a:t>
            </a:r>
            <a:r>
              <a:rPr lang="en-US" dirty="0"/>
              <a:t> </a:t>
            </a:r>
            <a:r>
              <a:rPr lang="en-US" dirty="0" err="1"/>
              <a:t>Adr</a:t>
            </a:r>
            <a:r>
              <a:rPr lang="en-US" dirty="0"/>
              <a:t>.</a:t>
            </a:r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9" name="Ink 28"/>
              <p14:cNvContentPartPr/>
              <p14:nvPr/>
            </p14:nvContentPartPr>
            <p14:xfrm>
              <a:off x="4817520" y="1027800"/>
              <a:ext cx="1614240" cy="3759480"/>
            </p14:xfrm>
          </p:contentPart>
        </mc:Choice>
        <mc:Fallback xmlns="">
          <p:pic>
            <p:nvPicPr>
              <p:cNvPr id="29" name="Ink 28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809240" y="1023120"/>
                <a:ext cx="1631160" cy="3772800"/>
              </a:xfrm>
              <a:prstGeom prst="rect">
                <a:avLst/>
              </a:prstGeom>
            </p:spPr>
          </p:pic>
        </mc:Fallback>
      </mc:AlternateContent>
      <p:sp>
        <p:nvSpPr>
          <p:cNvPr id="30" name="Rectangle 29"/>
          <p:cNvSpPr/>
          <p:nvPr/>
        </p:nvSpPr>
        <p:spPr>
          <a:xfrm>
            <a:off x="6514206" y="3068227"/>
            <a:ext cx="18176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Memory Aliasing </a:t>
            </a:r>
            <a:endParaRPr lang="en-IN" dirty="0"/>
          </a:p>
        </p:txBody>
      </p:sp>
      <p:sp>
        <p:nvSpPr>
          <p:cNvPr id="31" name="Rectangle 30"/>
          <p:cNvSpPr/>
          <p:nvPr/>
        </p:nvSpPr>
        <p:spPr>
          <a:xfrm>
            <a:off x="5875750" y="4533625"/>
            <a:ext cx="31731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After reset Processor looks here</a:t>
            </a:r>
            <a:endParaRPr lang="en-IN" dirty="0"/>
          </a:p>
        </p:txBody>
      </p:sp>
      <p:sp>
        <p:nvSpPr>
          <p:cNvPr id="32" name="Left Arrow 31"/>
          <p:cNvSpPr/>
          <p:nvPr/>
        </p:nvSpPr>
        <p:spPr>
          <a:xfrm>
            <a:off x="5327106" y="4612430"/>
            <a:ext cx="643781" cy="211723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Rectangle 32"/>
          <p:cNvSpPr/>
          <p:nvPr/>
        </p:nvSpPr>
        <p:spPr>
          <a:xfrm>
            <a:off x="6858000" y="1925141"/>
            <a:ext cx="176843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i="1" dirty="0"/>
              <a:t>(Depends on MCU)</a:t>
            </a:r>
            <a:endParaRPr lang="en-IN" sz="1600" i="1" dirty="0"/>
          </a:p>
        </p:txBody>
      </p: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5C1A983-166F-CB35-4A51-42E21F9AF210}"/>
                  </a:ext>
                </a:extLst>
              </p14:cNvPr>
              <p14:cNvContentPartPr/>
              <p14:nvPr/>
            </p14:nvContentPartPr>
            <p14:xfrm>
              <a:off x="2123479" y="470247"/>
              <a:ext cx="68400" cy="12956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5C1A983-166F-CB35-4A51-42E21F9AF21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105479" y="452607"/>
                <a:ext cx="104040" cy="133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7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B7AB056-1328-34B8-ACCC-0F7CE614E3AC}"/>
                  </a:ext>
                </a:extLst>
              </p14:cNvPr>
              <p14:cNvContentPartPr/>
              <p14:nvPr/>
            </p14:nvContentPartPr>
            <p14:xfrm>
              <a:off x="5144239" y="1883607"/>
              <a:ext cx="1004760" cy="28108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B7AB056-1328-34B8-ACCC-0F7CE614E3A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126239" y="1865967"/>
                <a:ext cx="1040400" cy="2846520"/>
              </a:xfrm>
              <a:prstGeom prst="rect">
                <a:avLst/>
              </a:prstGeom>
            </p:spPr>
          </p:pic>
        </mc:Fallback>
      </mc:AlternateContent>
      <p:grpSp>
        <p:nvGrpSpPr>
          <p:cNvPr id="34" name="Group 33">
            <a:extLst>
              <a:ext uri="{FF2B5EF4-FFF2-40B4-BE49-F238E27FC236}">
                <a16:creationId xmlns:a16="http://schemas.microsoft.com/office/drawing/2014/main" id="{7CCF452C-92D6-4B68-A723-570A5040F4B3}"/>
              </a:ext>
            </a:extLst>
          </p:cNvPr>
          <p:cNvGrpSpPr/>
          <p:nvPr/>
        </p:nvGrpSpPr>
        <p:grpSpPr>
          <a:xfrm>
            <a:off x="6834079" y="1907007"/>
            <a:ext cx="1268280" cy="402840"/>
            <a:chOff x="6834079" y="1907007"/>
            <a:chExt cx="1268280" cy="40284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9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80259A16-5E35-1290-6CD5-39AC2C97D990}"/>
                    </a:ext>
                  </a:extLst>
                </p14:cNvPr>
                <p14:cNvContentPartPr/>
                <p14:nvPr/>
              </p14:nvContentPartPr>
              <p14:xfrm>
                <a:off x="6834079" y="1907007"/>
                <a:ext cx="874080" cy="716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80259A16-5E35-1290-6CD5-39AC2C97D990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816439" y="1889367"/>
                  <a:ext cx="90972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1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DD14E86C-57D4-AA57-72D4-612D59F2AF1F}"/>
                    </a:ext>
                  </a:extLst>
                </p14:cNvPr>
                <p14:cNvContentPartPr/>
                <p14:nvPr/>
              </p14:nvContentPartPr>
              <p14:xfrm>
                <a:off x="7283359" y="2230647"/>
                <a:ext cx="819000" cy="792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DD14E86C-57D4-AA57-72D4-612D59F2AF1F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265719" y="2212647"/>
                  <a:ext cx="854640" cy="114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3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2C53633B-6EF7-AABC-4571-7195C008A04C}"/>
                  </a:ext>
                </a:extLst>
              </p14:cNvPr>
              <p14:cNvContentPartPr/>
              <p14:nvPr/>
            </p14:nvContentPartPr>
            <p14:xfrm>
              <a:off x="6904999" y="3444567"/>
              <a:ext cx="1086840" cy="6372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2C53633B-6EF7-AABC-4571-7195C008A04C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886999" y="3426567"/>
                <a:ext cx="1122480" cy="9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5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2FE44F90-9C98-C4CE-58A4-40F1FEFCB85B}"/>
                  </a:ext>
                </a:extLst>
              </p14:cNvPr>
              <p14:cNvContentPartPr/>
              <p14:nvPr/>
            </p14:nvContentPartPr>
            <p14:xfrm>
              <a:off x="2853559" y="4766847"/>
              <a:ext cx="512280" cy="5760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2FE44F90-9C98-C4CE-58A4-40F1FEFCB85B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835559" y="4749207"/>
                <a:ext cx="547920" cy="93240"/>
              </a:xfrm>
              <a:prstGeom prst="rect">
                <a:avLst/>
              </a:prstGeom>
            </p:spPr>
          </p:pic>
        </mc:Fallback>
      </mc:AlternateContent>
      <p:grpSp>
        <p:nvGrpSpPr>
          <p:cNvPr id="39" name="Group 38">
            <a:extLst>
              <a:ext uri="{FF2B5EF4-FFF2-40B4-BE49-F238E27FC236}">
                <a16:creationId xmlns:a16="http://schemas.microsoft.com/office/drawing/2014/main" id="{41AF7481-9C6D-A23F-591A-24388729795B}"/>
              </a:ext>
            </a:extLst>
          </p:cNvPr>
          <p:cNvGrpSpPr/>
          <p:nvPr/>
        </p:nvGrpSpPr>
        <p:grpSpPr>
          <a:xfrm>
            <a:off x="2530279" y="1914927"/>
            <a:ext cx="614520" cy="95400"/>
            <a:chOff x="2530279" y="1914927"/>
            <a:chExt cx="614520" cy="9540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7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1B279A7E-4A5E-50B5-1A09-16A95C60869A}"/>
                    </a:ext>
                  </a:extLst>
                </p14:cNvPr>
                <p14:cNvContentPartPr/>
                <p14:nvPr/>
              </p14:nvContentPartPr>
              <p14:xfrm>
                <a:off x="2530279" y="2009967"/>
                <a:ext cx="360" cy="3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1B279A7E-4A5E-50B5-1A09-16A95C60869A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512279" y="1991967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9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41BFF7EA-CD34-285E-FD93-8D115B2C4E0C}"/>
                    </a:ext>
                  </a:extLst>
                </p14:cNvPr>
                <p14:cNvContentPartPr/>
                <p14:nvPr/>
              </p14:nvContentPartPr>
              <p14:xfrm>
                <a:off x="2530279" y="1914927"/>
                <a:ext cx="614520" cy="954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41BFF7EA-CD34-285E-FD93-8D115B2C4E0C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512279" y="1897287"/>
                  <a:ext cx="650160" cy="1310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0992306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Memory ( ROM)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Size is 30KB</a:t>
            </a:r>
          </a:p>
          <a:p>
            <a:r>
              <a:rPr lang="en-US" dirty="0"/>
              <a:t>Begins @ </a:t>
            </a:r>
            <a:r>
              <a:rPr lang="en-IN" dirty="0"/>
              <a:t>0x1FFF_0000</a:t>
            </a:r>
          </a:p>
          <a:p>
            <a:r>
              <a:rPr lang="en-US" dirty="0"/>
              <a:t>Ends @ </a:t>
            </a:r>
            <a:r>
              <a:rPr lang="en-IN" dirty="0"/>
              <a:t>0x1FFF_77FF</a:t>
            </a:r>
          </a:p>
          <a:p>
            <a:r>
              <a:rPr lang="en-US" dirty="0"/>
              <a:t>All the ST MCUs store </a:t>
            </a:r>
            <a:r>
              <a:rPr lang="en-US" dirty="0" err="1"/>
              <a:t>Bootloader</a:t>
            </a:r>
            <a:r>
              <a:rPr lang="en-US" dirty="0"/>
              <a:t> in this memory </a:t>
            </a:r>
          </a:p>
          <a:p>
            <a:r>
              <a:rPr lang="en-US" dirty="0"/>
              <a:t>This Memory is Read only </a:t>
            </a:r>
          </a:p>
          <a:p>
            <a:r>
              <a:rPr lang="en-US" dirty="0"/>
              <a:t>By default MCU will not execute any code from this memory but you can configure MCU to boot or execute </a:t>
            </a:r>
            <a:r>
              <a:rPr lang="en-US" dirty="0" err="1"/>
              <a:t>bootloader</a:t>
            </a:r>
            <a:r>
              <a:rPr lang="en-US" dirty="0"/>
              <a:t> from this memory .</a:t>
            </a:r>
            <a:endParaRPr lang="en-IN" dirty="0"/>
          </a:p>
        </p:txBody>
      </p: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7F6BC57-C972-56EA-51E4-3C49136C8D8A}"/>
                  </a:ext>
                </a:extLst>
              </p14:cNvPr>
              <p14:cNvContentPartPr/>
              <p14:nvPr/>
            </p14:nvContentPartPr>
            <p14:xfrm>
              <a:off x="2340919" y="976879"/>
              <a:ext cx="2372040" cy="237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7F6BC57-C972-56EA-51E4-3C49136C8D8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23279" y="958879"/>
                <a:ext cx="2407680" cy="5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17D6607-3A9F-501E-19B7-EC781FF3F503}"/>
                  </a:ext>
                </a:extLst>
              </p14:cNvPr>
              <p14:cNvContentPartPr/>
              <p14:nvPr/>
            </p14:nvContentPartPr>
            <p14:xfrm>
              <a:off x="1063999" y="1600039"/>
              <a:ext cx="1241640" cy="637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17D6607-3A9F-501E-19B7-EC781FF3F50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46359" y="1582399"/>
                <a:ext cx="1277280" cy="9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547B9999-06C4-CD42-7D2D-052C53872FFA}"/>
                  </a:ext>
                </a:extLst>
              </p14:cNvPr>
              <p14:cNvContentPartPr/>
              <p14:nvPr/>
            </p14:nvContentPartPr>
            <p14:xfrm>
              <a:off x="4028239" y="1608679"/>
              <a:ext cx="484920" cy="2116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547B9999-06C4-CD42-7D2D-052C53872FF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010239" y="1590679"/>
                <a:ext cx="520560" cy="24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9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D66A755-1995-E84D-0388-81ED148986BC}"/>
                  </a:ext>
                </a:extLst>
              </p14:cNvPr>
              <p14:cNvContentPartPr/>
              <p14:nvPr/>
            </p14:nvContentPartPr>
            <p14:xfrm>
              <a:off x="3972439" y="1954639"/>
              <a:ext cx="378000" cy="2041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D66A755-1995-E84D-0388-81ED148986BC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954799" y="1936639"/>
                <a:ext cx="413640" cy="23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1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06A128A5-5060-1472-4614-5C7133FA6C76}"/>
                  </a:ext>
                </a:extLst>
              </p14:cNvPr>
              <p14:cNvContentPartPr/>
              <p14:nvPr/>
            </p14:nvContentPartPr>
            <p14:xfrm>
              <a:off x="2049319" y="2837359"/>
              <a:ext cx="1496880" cy="165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06A128A5-5060-1472-4614-5C7133FA6C76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031679" y="2819359"/>
                <a:ext cx="1532520" cy="5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1A44F798-3202-6D7C-86C5-8CF237C8C4DC}"/>
                  </a:ext>
                </a:extLst>
              </p14:cNvPr>
              <p14:cNvContentPartPr/>
              <p14:nvPr/>
            </p14:nvContentPartPr>
            <p14:xfrm>
              <a:off x="5659759" y="2794879"/>
              <a:ext cx="666360" cy="3528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1A44F798-3202-6D7C-86C5-8CF237C8C4DC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641759" y="2777239"/>
                <a:ext cx="702000" cy="7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13D0471E-51F4-D03B-CEB5-682A1305F0C1}"/>
                  </a:ext>
                </a:extLst>
              </p14:cNvPr>
              <p14:cNvContentPartPr/>
              <p14:nvPr/>
            </p14:nvContentPartPr>
            <p14:xfrm>
              <a:off x="1631719" y="3247399"/>
              <a:ext cx="1000080" cy="1620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13D0471E-51F4-D03B-CEB5-682A1305F0C1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613719" y="3229759"/>
                <a:ext cx="1035720" cy="5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7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763A6A26-3A2B-CA51-F555-7051527436E6}"/>
                  </a:ext>
                </a:extLst>
              </p14:cNvPr>
              <p14:cNvContentPartPr/>
              <p14:nvPr/>
            </p14:nvContentPartPr>
            <p14:xfrm>
              <a:off x="1891639" y="4319479"/>
              <a:ext cx="1076040" cy="27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763A6A26-3A2B-CA51-F555-7051527436E6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873639" y="4301479"/>
                <a:ext cx="1111680" cy="63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4524A68D-2936-3118-4B87-1CC05490CD96}"/>
              </a:ext>
            </a:extLst>
          </p:cNvPr>
          <p:cNvGrpSpPr/>
          <p:nvPr/>
        </p:nvGrpSpPr>
        <p:grpSpPr>
          <a:xfrm>
            <a:off x="5220919" y="4075039"/>
            <a:ext cx="226440" cy="153000"/>
            <a:chOff x="5220919" y="4075039"/>
            <a:chExt cx="226440" cy="15300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9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E8DA435D-F431-AEE8-564C-670375FC3C36}"/>
                    </a:ext>
                  </a:extLst>
                </p14:cNvPr>
                <p14:cNvContentPartPr/>
                <p14:nvPr/>
              </p14:nvContentPartPr>
              <p14:xfrm>
                <a:off x="5226679" y="4075039"/>
                <a:ext cx="220680" cy="1116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E8DA435D-F431-AEE8-564C-670375FC3C36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5209039" y="4057399"/>
                  <a:ext cx="25632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1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D250E93-AE8B-BD92-FA0E-ACEC74789E60}"/>
                    </a:ext>
                  </a:extLst>
                </p14:cNvPr>
                <p14:cNvContentPartPr/>
                <p14:nvPr/>
              </p14:nvContentPartPr>
              <p14:xfrm>
                <a:off x="5220919" y="4138399"/>
                <a:ext cx="128160" cy="896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BD250E93-AE8B-BD92-FA0E-ACEC74789E60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5202919" y="4120759"/>
                  <a:ext cx="163800" cy="1252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3877449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609724"/>
            <a:ext cx="8370353" cy="2257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Boot Configuration of STM32F446xx</a:t>
            </a:r>
            <a:endParaRPr lang="en-IN" dirty="0"/>
          </a:p>
        </p:txBody>
      </p: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29400F6-353B-0DBC-87C0-52D927DE02FA}"/>
                  </a:ext>
                </a:extLst>
              </p14:cNvPr>
              <p14:cNvContentPartPr/>
              <p14:nvPr/>
            </p14:nvContentPartPr>
            <p14:xfrm>
              <a:off x="1544959" y="950959"/>
              <a:ext cx="1769400" cy="1137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29400F6-353B-0DBC-87C0-52D927DE02F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526959" y="933319"/>
                <a:ext cx="1805040" cy="14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088CDA0-7C32-77E5-5470-8150CE520835}"/>
                  </a:ext>
                </a:extLst>
              </p14:cNvPr>
              <p14:cNvContentPartPr/>
              <p14:nvPr/>
            </p14:nvContentPartPr>
            <p14:xfrm>
              <a:off x="1032319" y="2672119"/>
              <a:ext cx="370440" cy="241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088CDA0-7C32-77E5-5470-8150CE52083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14679" y="2654479"/>
                <a:ext cx="406080" cy="5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8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5562D5A1-570E-CB6E-3A96-122CC173C82A}"/>
                  </a:ext>
                </a:extLst>
              </p14:cNvPr>
              <p14:cNvContentPartPr/>
              <p14:nvPr/>
            </p14:nvContentPartPr>
            <p14:xfrm>
              <a:off x="2230759" y="2648359"/>
              <a:ext cx="299880" cy="82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5562D5A1-570E-CB6E-3A96-122CC173C82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212759" y="2630719"/>
                <a:ext cx="335520" cy="4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0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93D3EFCF-4075-2682-AD9E-72B449E8F204}"/>
                  </a:ext>
                </a:extLst>
              </p14:cNvPr>
              <p14:cNvContentPartPr/>
              <p14:nvPr/>
            </p14:nvContentPartPr>
            <p14:xfrm>
              <a:off x="3090079" y="2995039"/>
              <a:ext cx="989280" cy="244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93D3EFCF-4075-2682-AD9E-72B449E8F204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072079" y="2977399"/>
                <a:ext cx="1024920" cy="6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752F538-1DDD-5902-DB4A-2EBD3C88F290}"/>
                  </a:ext>
                </a:extLst>
              </p14:cNvPr>
              <p14:cNvContentPartPr/>
              <p14:nvPr/>
            </p14:nvContentPartPr>
            <p14:xfrm>
              <a:off x="1008199" y="2766079"/>
              <a:ext cx="504000" cy="2379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752F538-1DDD-5902-DB4A-2EBD3C88F290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90559" y="2748439"/>
                <a:ext cx="539640" cy="27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EFDCE300-9AF6-E1F8-8C59-0C284DA331DF}"/>
                  </a:ext>
                </a:extLst>
              </p14:cNvPr>
              <p14:cNvContentPartPr/>
              <p14:nvPr/>
            </p14:nvContentPartPr>
            <p14:xfrm>
              <a:off x="2553679" y="2853199"/>
              <a:ext cx="188280" cy="13572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EFDCE300-9AF6-E1F8-8C59-0C284DA331DF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536039" y="2835559"/>
                <a:ext cx="223920" cy="17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6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B1FF7199-3C1C-F94D-7906-B8D5C451A9A8}"/>
                  </a:ext>
                </a:extLst>
              </p14:cNvPr>
              <p14:cNvContentPartPr/>
              <p14:nvPr/>
            </p14:nvContentPartPr>
            <p14:xfrm>
              <a:off x="4075399" y="2518759"/>
              <a:ext cx="318960" cy="2685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B1FF7199-3C1C-F94D-7906-B8D5C451A9A8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057399" y="2501119"/>
                <a:ext cx="354600" cy="30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8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DB82D0C5-D841-745A-0E23-C47AEF5823EA}"/>
                  </a:ext>
                </a:extLst>
              </p14:cNvPr>
              <p14:cNvContentPartPr/>
              <p14:nvPr/>
            </p14:nvContentPartPr>
            <p14:xfrm>
              <a:off x="5881519" y="2695519"/>
              <a:ext cx="716760" cy="5580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DB82D0C5-D841-745A-0E23-C47AEF5823EA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863519" y="2677519"/>
                <a:ext cx="752400" cy="9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0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A5494432-59D6-1A13-90A8-C240D6D0CE84}"/>
                  </a:ext>
                </a:extLst>
              </p14:cNvPr>
              <p14:cNvContentPartPr/>
              <p14:nvPr/>
            </p14:nvContentPartPr>
            <p14:xfrm>
              <a:off x="890479" y="3200239"/>
              <a:ext cx="74160" cy="939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A5494432-59D6-1A13-90A8-C240D6D0CE84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72839" y="3182599"/>
                <a:ext cx="109800" cy="129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71B36F21-DF6D-2FAC-8CBE-FF84CEDEC179}"/>
              </a:ext>
            </a:extLst>
          </p:cNvPr>
          <p:cNvGrpSpPr/>
          <p:nvPr/>
        </p:nvGrpSpPr>
        <p:grpSpPr>
          <a:xfrm>
            <a:off x="2719279" y="3231559"/>
            <a:ext cx="86040" cy="125280"/>
            <a:chOff x="2719279" y="3231559"/>
            <a:chExt cx="86040" cy="12528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DEFE8B1F-F024-986A-F1EC-F5B77C14F664}"/>
                    </a:ext>
                  </a:extLst>
                </p14:cNvPr>
                <p14:cNvContentPartPr/>
                <p14:nvPr/>
              </p14:nvContentPartPr>
              <p14:xfrm>
                <a:off x="2719279" y="3231559"/>
                <a:ext cx="360" cy="784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DEFE8B1F-F024-986A-F1EC-F5B77C14F66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701639" y="3213919"/>
                  <a:ext cx="3600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AAF23D51-9793-FA93-B9C6-51671F693A35}"/>
                    </a:ext>
                  </a:extLst>
                </p14:cNvPr>
                <p14:cNvContentPartPr/>
                <p14:nvPr/>
              </p14:nvContentPartPr>
              <p14:xfrm>
                <a:off x="2790199" y="3239839"/>
                <a:ext cx="7560" cy="1026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AF23D51-9793-FA93-B9C6-51671F693A35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772199" y="3221839"/>
                  <a:ext cx="4320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FD334E20-503B-7ED2-BAF5-D40C3856DD14}"/>
                    </a:ext>
                  </a:extLst>
                </p14:cNvPr>
                <p14:cNvContentPartPr/>
                <p14:nvPr/>
              </p14:nvContentPartPr>
              <p14:xfrm>
                <a:off x="2743039" y="3294919"/>
                <a:ext cx="62280" cy="3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FD334E20-503B-7ED2-BAF5-D40C3856DD14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725039" y="3277279"/>
                  <a:ext cx="979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298A74EE-9109-1A6A-F168-DBBD68C7832C}"/>
                    </a:ext>
                  </a:extLst>
                </p14:cNvPr>
                <p14:cNvContentPartPr/>
                <p14:nvPr/>
              </p14:nvContentPartPr>
              <p14:xfrm>
                <a:off x="2719279" y="3294919"/>
                <a:ext cx="360" cy="619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298A74EE-9109-1A6A-F168-DBBD68C7832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701639" y="3277279"/>
                  <a:ext cx="36000" cy="97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0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D70CEBF8-55BC-93FE-78BA-2565FBDB610A}"/>
                  </a:ext>
                </a:extLst>
              </p14:cNvPr>
              <p14:cNvContentPartPr/>
              <p14:nvPr/>
            </p14:nvContentPartPr>
            <p14:xfrm>
              <a:off x="882559" y="3105919"/>
              <a:ext cx="232560" cy="29124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D70CEBF8-55BC-93FE-78BA-2565FBDB610A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864919" y="3087919"/>
                <a:ext cx="268200" cy="32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2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0A2BC7E8-899D-71A4-C023-502EA7C219A0}"/>
                  </a:ext>
                </a:extLst>
              </p14:cNvPr>
              <p14:cNvContentPartPr/>
              <p14:nvPr/>
            </p14:nvContentPartPr>
            <p14:xfrm>
              <a:off x="3271519" y="3349999"/>
              <a:ext cx="597960" cy="864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0A2BC7E8-899D-71A4-C023-502EA7C219A0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3253519" y="3332359"/>
                <a:ext cx="633600" cy="4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4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A868ECA2-7BD0-BCB1-F5FC-8A40FA79D69C}"/>
                  </a:ext>
                </a:extLst>
              </p14:cNvPr>
              <p14:cNvContentPartPr/>
              <p14:nvPr/>
            </p14:nvContentPartPr>
            <p14:xfrm>
              <a:off x="1458199" y="3618199"/>
              <a:ext cx="488160" cy="36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A868ECA2-7BD0-BCB1-F5FC-8A40FA79D69C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440199" y="3600199"/>
                <a:ext cx="5238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6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C4D759A2-EA53-F491-B8ED-B72A6B6F9926}"/>
                  </a:ext>
                </a:extLst>
              </p14:cNvPr>
              <p14:cNvContentPartPr/>
              <p14:nvPr/>
            </p14:nvContentPartPr>
            <p14:xfrm>
              <a:off x="3381679" y="3641599"/>
              <a:ext cx="697680" cy="2448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C4D759A2-EA53-F491-B8ED-B72A6B6F9926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3363679" y="3623959"/>
                <a:ext cx="733320" cy="60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119688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00200" y="360118"/>
            <a:ext cx="574375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err="1"/>
              <a:t>Bootloader</a:t>
            </a:r>
            <a:r>
              <a:rPr lang="en-US" sz="2800" b="1" dirty="0"/>
              <a:t> : Code Placement in Flash</a:t>
            </a:r>
            <a:endParaRPr lang="en-IN" sz="2800" b="1" dirty="0"/>
          </a:p>
        </p:txBody>
      </p:sp>
      <p:sp>
        <p:nvSpPr>
          <p:cNvPr id="3" name="Rectangle 2"/>
          <p:cNvSpPr/>
          <p:nvPr/>
        </p:nvSpPr>
        <p:spPr>
          <a:xfrm>
            <a:off x="609600" y="1504950"/>
            <a:ext cx="2286000" cy="1066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 </a:t>
            </a:r>
            <a:r>
              <a:rPr lang="en-US" dirty="0" err="1"/>
              <a:t>Bootloader</a:t>
            </a:r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1095689" y="1135618"/>
            <a:ext cx="13301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ROM (30KB)</a:t>
            </a:r>
            <a:endParaRPr lang="en-IN" dirty="0"/>
          </a:p>
        </p:txBody>
      </p:sp>
      <p:grpSp>
        <p:nvGrpSpPr>
          <p:cNvPr id="11" name="Group 10"/>
          <p:cNvGrpSpPr/>
          <p:nvPr/>
        </p:nvGrpSpPr>
        <p:grpSpPr>
          <a:xfrm>
            <a:off x="4724400" y="1257016"/>
            <a:ext cx="3338424" cy="1600200"/>
            <a:chOff x="4510176" y="971550"/>
            <a:chExt cx="4024224" cy="2209800"/>
          </a:xfrm>
        </p:grpSpPr>
        <p:sp>
          <p:nvSpPr>
            <p:cNvPr id="9" name="Rectangle 8"/>
            <p:cNvSpPr/>
            <p:nvPr/>
          </p:nvSpPr>
          <p:spPr>
            <a:xfrm>
              <a:off x="4510176" y="971550"/>
              <a:ext cx="4024224" cy="2209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6" name="Rectangle 5"/>
            <p:cNvSpPr/>
            <p:nvPr/>
          </p:nvSpPr>
          <p:spPr>
            <a:xfrm>
              <a:off x="5334000" y="1473200"/>
              <a:ext cx="2438400" cy="5334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Sector 0 (16KB)</a:t>
              </a:r>
              <a:endParaRPr lang="en-IN" dirty="0"/>
            </a:p>
          </p:txBody>
        </p:sp>
        <p:sp>
          <p:nvSpPr>
            <p:cNvPr id="7" name="Rectangle 6"/>
            <p:cNvSpPr/>
            <p:nvPr/>
          </p:nvSpPr>
          <p:spPr>
            <a:xfrm>
              <a:off x="5334000" y="2305050"/>
              <a:ext cx="2438400" cy="5334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Sector 1 (16KB)</a:t>
              </a:r>
              <a:endParaRPr lang="en-IN" dirty="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5520564" y="1023772"/>
              <a:ext cx="222680" cy="51003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en-IN" dirty="0">
                <a:solidFill>
                  <a:schemeClr val="bg1"/>
                </a:solidFill>
              </a:endParaRPr>
            </a:p>
          </p:txBody>
        </p:sp>
      </p:grpSp>
      <p:sp>
        <p:nvSpPr>
          <p:cNvPr id="12" name="Rectangle 11"/>
          <p:cNvSpPr/>
          <p:nvPr/>
        </p:nvSpPr>
        <p:spPr>
          <a:xfrm>
            <a:off x="5654965" y="899868"/>
            <a:ext cx="16401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Our </a:t>
            </a:r>
            <a:r>
              <a:rPr lang="en-US" dirty="0" err="1"/>
              <a:t>Bootloader</a:t>
            </a:r>
            <a:endParaRPr lang="en-IN" dirty="0"/>
          </a:p>
        </p:txBody>
      </p:sp>
      <p:sp>
        <p:nvSpPr>
          <p:cNvPr id="18" name="Rectangle 17"/>
          <p:cNvSpPr/>
          <p:nvPr/>
        </p:nvSpPr>
        <p:spPr>
          <a:xfrm>
            <a:off x="609600" y="3409950"/>
            <a:ext cx="4572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b="1" i="1" dirty="0"/>
              <a:t>Sector-2 to Sector-7 will be used for storing user application </a:t>
            </a:r>
            <a:endParaRPr lang="en-IN" sz="2400" b="1" i="1" dirty="0"/>
          </a:p>
        </p:txBody>
      </p: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4BB8C711-7495-DFAA-DE81-E23AEC1A7AB2}"/>
                  </a:ext>
                </a:extLst>
              </p14:cNvPr>
              <p14:cNvContentPartPr/>
              <p14:nvPr/>
            </p14:nvContentPartPr>
            <p14:xfrm>
              <a:off x="5117961" y="1684487"/>
              <a:ext cx="271440" cy="18612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4BB8C711-7495-DFAA-DE81-E23AEC1A7AB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100321" y="1666487"/>
                <a:ext cx="307080" cy="22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5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AB0489B9-26A4-3068-2110-38BBFA5BDEFD}"/>
                  </a:ext>
                </a:extLst>
              </p14:cNvPr>
              <p14:cNvContentPartPr/>
              <p14:nvPr/>
            </p14:nvContentPartPr>
            <p14:xfrm>
              <a:off x="5094561" y="2300807"/>
              <a:ext cx="288000" cy="24444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AB0489B9-26A4-3068-2110-38BBFA5BDEF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076561" y="2283167"/>
                <a:ext cx="323640" cy="28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7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4BA75359-0A4E-31FC-39CE-15608871D017}"/>
                  </a:ext>
                </a:extLst>
              </p14:cNvPr>
              <p14:cNvContentPartPr/>
              <p14:nvPr/>
            </p14:nvContentPartPr>
            <p14:xfrm>
              <a:off x="3402201" y="895007"/>
              <a:ext cx="1620720" cy="13284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4BA75359-0A4E-31FC-39CE-15608871D01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384201" y="877367"/>
                <a:ext cx="1656360" cy="16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9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7A81A06A-95D7-EB36-79F5-778A4E4361CD}"/>
                  </a:ext>
                </a:extLst>
              </p14:cNvPr>
              <p14:cNvContentPartPr/>
              <p14:nvPr/>
            </p14:nvContentPartPr>
            <p14:xfrm>
              <a:off x="1430841" y="3829367"/>
              <a:ext cx="593280" cy="4248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7A81A06A-95D7-EB36-79F5-778A4E4361CD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413201" y="3811727"/>
                <a:ext cx="628920" cy="7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1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B43CA7C0-7D2C-6A96-AACD-6E0591E5299B}"/>
                  </a:ext>
                </a:extLst>
              </p14:cNvPr>
              <p14:cNvContentPartPr/>
              <p14:nvPr/>
            </p14:nvContentPartPr>
            <p14:xfrm>
              <a:off x="1739721" y="4213127"/>
              <a:ext cx="1713240" cy="8028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B43CA7C0-7D2C-6A96-AACD-6E0591E5299B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721721" y="4195127"/>
                <a:ext cx="1748880" cy="115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518747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905000" y="285750"/>
            <a:ext cx="540577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/>
              <a:t>Host – </a:t>
            </a:r>
            <a:r>
              <a:rPr lang="en-US" sz="2800" b="1" dirty="0" err="1"/>
              <a:t>Bootloader</a:t>
            </a:r>
            <a:r>
              <a:rPr lang="en-US" sz="2800" b="1" dirty="0"/>
              <a:t> Communication </a:t>
            </a:r>
            <a:endParaRPr lang="en-IN" sz="2800" b="1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1143000" y="1352550"/>
            <a:ext cx="0" cy="355217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7310775" y="1352550"/>
            <a:ext cx="0" cy="355217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1142999" y="2114550"/>
            <a:ext cx="6167775" cy="0"/>
          </a:xfrm>
          <a:prstGeom prst="straightConnector1">
            <a:avLst/>
          </a:prstGeom>
          <a:ln w="25400">
            <a:solidFill>
              <a:srgbClr val="FF0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>
            <a:off x="1142998" y="2952750"/>
            <a:ext cx="6167775" cy="0"/>
          </a:xfrm>
          <a:prstGeom prst="straightConnector1">
            <a:avLst/>
          </a:prstGeom>
          <a:ln w="25400">
            <a:solidFill>
              <a:srgbClr val="FF0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2920094" y="2337623"/>
            <a:ext cx="296869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 ACK/NACK + Length to follow</a:t>
            </a:r>
          </a:p>
          <a:p>
            <a:pPr algn="ctr"/>
            <a:r>
              <a:rPr lang="en-US" dirty="0"/>
              <a:t>(2bytes)</a:t>
            </a:r>
            <a:endParaRPr lang="en-IN" dirty="0"/>
          </a:p>
        </p:txBody>
      </p:sp>
      <p:cxnSp>
        <p:nvCxnSpPr>
          <p:cNvPr id="19" name="Straight Arrow Connector 18"/>
          <p:cNvCxnSpPr/>
          <p:nvPr/>
        </p:nvCxnSpPr>
        <p:spPr>
          <a:xfrm flipH="1">
            <a:off x="1142998" y="4095750"/>
            <a:ext cx="6167777" cy="0"/>
          </a:xfrm>
          <a:prstGeom prst="straightConnector1">
            <a:avLst/>
          </a:prstGeom>
          <a:ln w="25400">
            <a:solidFill>
              <a:srgbClr val="FF0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2920094" y="3714541"/>
            <a:ext cx="36006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Reply  ( of “length to follow” bytes)</a:t>
            </a:r>
            <a:endParaRPr lang="en-IN" dirty="0"/>
          </a:p>
        </p:txBody>
      </p:sp>
      <p:sp>
        <p:nvSpPr>
          <p:cNvPr id="21" name="Rectangle 20"/>
          <p:cNvSpPr/>
          <p:nvPr/>
        </p:nvSpPr>
        <p:spPr>
          <a:xfrm>
            <a:off x="794186" y="808970"/>
            <a:ext cx="6976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HOST</a:t>
            </a:r>
            <a:endParaRPr lang="en-IN" dirty="0"/>
          </a:p>
        </p:txBody>
      </p:sp>
      <p:sp>
        <p:nvSpPr>
          <p:cNvPr id="22" name="Rectangle 21"/>
          <p:cNvSpPr/>
          <p:nvPr/>
        </p:nvSpPr>
        <p:spPr>
          <a:xfrm>
            <a:off x="6781800" y="781386"/>
            <a:ext cx="137409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MCU</a:t>
            </a:r>
          </a:p>
          <a:p>
            <a:r>
              <a:rPr lang="en-US" dirty="0"/>
              <a:t>(</a:t>
            </a:r>
            <a:r>
              <a:rPr lang="en-US" dirty="0" err="1"/>
              <a:t>Bootloader</a:t>
            </a:r>
            <a:r>
              <a:rPr lang="en-US" dirty="0"/>
              <a:t>)</a:t>
            </a:r>
            <a:endParaRPr lang="en-IN" dirty="0"/>
          </a:p>
        </p:txBody>
      </p:sp>
      <p:sp>
        <p:nvSpPr>
          <p:cNvPr id="23" name="Rectangle 22"/>
          <p:cNvSpPr/>
          <p:nvPr/>
        </p:nvSpPr>
        <p:spPr>
          <a:xfrm>
            <a:off x="3319008" y="1744702"/>
            <a:ext cx="18157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Command Packet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942362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/>
          <p:cNvSpPr/>
          <p:nvPr/>
        </p:nvSpPr>
        <p:spPr>
          <a:xfrm>
            <a:off x="1564881" y="0"/>
            <a:ext cx="6283719" cy="492228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/>
          <p:cNvSpPr/>
          <p:nvPr/>
        </p:nvSpPr>
        <p:spPr>
          <a:xfrm>
            <a:off x="4419600" y="174024"/>
            <a:ext cx="2286000" cy="1066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Bootloader</a:t>
            </a:r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1828800" y="2417806"/>
            <a:ext cx="205740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USART2</a:t>
            </a:r>
            <a:endParaRPr lang="en-IN" dirty="0"/>
          </a:p>
        </p:txBody>
      </p:sp>
      <p:cxnSp>
        <p:nvCxnSpPr>
          <p:cNvPr id="7" name="Elbow Connector 6"/>
          <p:cNvCxnSpPr>
            <a:endCxn id="5" idx="3"/>
          </p:cNvCxnSpPr>
          <p:nvPr/>
        </p:nvCxnSpPr>
        <p:spPr>
          <a:xfrm rot="5400000">
            <a:off x="3621559" y="1505465"/>
            <a:ext cx="1596082" cy="1066800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1828800" y="3943350"/>
            <a:ext cx="205740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USART3</a:t>
            </a:r>
            <a:endParaRPr lang="en-IN" dirty="0"/>
          </a:p>
        </p:txBody>
      </p:sp>
      <p:cxnSp>
        <p:nvCxnSpPr>
          <p:cNvPr id="11" name="Elbow Connector 10"/>
          <p:cNvCxnSpPr>
            <a:endCxn id="9" idx="3"/>
          </p:cNvCxnSpPr>
          <p:nvPr/>
        </p:nvCxnSpPr>
        <p:spPr>
          <a:xfrm rot="5400000">
            <a:off x="3544587" y="1582437"/>
            <a:ext cx="3121626" cy="2438400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Left Arrow 16"/>
          <p:cNvSpPr/>
          <p:nvPr/>
        </p:nvSpPr>
        <p:spPr>
          <a:xfrm>
            <a:off x="523173" y="2843796"/>
            <a:ext cx="762000" cy="38100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457200" y="2048474"/>
            <a:ext cx="9680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From PC</a:t>
            </a:r>
            <a:endParaRPr lang="en-IN" dirty="0"/>
          </a:p>
        </p:txBody>
      </p:sp>
      <p:sp>
        <p:nvSpPr>
          <p:cNvPr id="21" name="Rectangle 20"/>
          <p:cNvSpPr/>
          <p:nvPr/>
        </p:nvSpPr>
        <p:spPr>
          <a:xfrm>
            <a:off x="1828800" y="1868786"/>
            <a:ext cx="17781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Virtual COM Port</a:t>
            </a:r>
            <a:endParaRPr lang="en-IN" dirty="0"/>
          </a:p>
        </p:txBody>
      </p:sp>
      <p:sp>
        <p:nvSpPr>
          <p:cNvPr id="22" name="Rectangle 21"/>
          <p:cNvSpPr/>
          <p:nvPr/>
        </p:nvSpPr>
        <p:spPr>
          <a:xfrm>
            <a:off x="2232970" y="3600961"/>
            <a:ext cx="12490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Debug port</a:t>
            </a:r>
            <a:endParaRPr lang="en-IN" dirty="0"/>
          </a:p>
        </p:txBody>
      </p:sp>
      <p:sp>
        <p:nvSpPr>
          <p:cNvPr id="24" name="Left Arrow 23"/>
          <p:cNvSpPr/>
          <p:nvPr/>
        </p:nvSpPr>
        <p:spPr>
          <a:xfrm rot="10800000">
            <a:off x="531779" y="2323857"/>
            <a:ext cx="762000" cy="38100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Rectangle 24"/>
          <p:cNvSpPr/>
          <p:nvPr/>
        </p:nvSpPr>
        <p:spPr>
          <a:xfrm>
            <a:off x="457200" y="3186935"/>
            <a:ext cx="6931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To PC</a:t>
            </a:r>
            <a:endParaRPr lang="en-IN" dirty="0"/>
          </a:p>
        </p:txBody>
      </p:sp>
      <p:sp>
        <p:nvSpPr>
          <p:cNvPr id="26" name="Left Arrow 25"/>
          <p:cNvSpPr/>
          <p:nvPr/>
        </p:nvSpPr>
        <p:spPr>
          <a:xfrm>
            <a:off x="560211" y="4171950"/>
            <a:ext cx="762000" cy="38100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Rectangle 28"/>
          <p:cNvSpPr/>
          <p:nvPr/>
        </p:nvSpPr>
        <p:spPr>
          <a:xfrm>
            <a:off x="871743" y="4552950"/>
            <a:ext cx="6931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To PC</a:t>
            </a:r>
            <a:endParaRPr lang="en-IN" dirty="0"/>
          </a:p>
        </p:txBody>
      </p:sp>
      <p:sp>
        <p:nvSpPr>
          <p:cNvPr id="31" name="Rectangle 30"/>
          <p:cNvSpPr/>
          <p:nvPr/>
        </p:nvSpPr>
        <p:spPr>
          <a:xfrm>
            <a:off x="6705600" y="4552950"/>
            <a:ext cx="8435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/>
              <a:t>Nucleo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32594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269855" y="1025490"/>
            <a:ext cx="7239000" cy="951468"/>
            <a:chOff x="685800" y="742950"/>
            <a:chExt cx="7239000" cy="1156216"/>
          </a:xfrm>
        </p:grpSpPr>
        <p:sp>
          <p:nvSpPr>
            <p:cNvPr id="4" name="Rectangle 3"/>
            <p:cNvSpPr/>
            <p:nvPr/>
          </p:nvSpPr>
          <p:spPr>
            <a:xfrm>
              <a:off x="685800" y="742950"/>
              <a:ext cx="7239000" cy="7620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38100"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6" name="Straight Connector 5"/>
            <p:cNvCxnSpPr/>
            <p:nvPr/>
          </p:nvCxnSpPr>
          <p:spPr>
            <a:xfrm>
              <a:off x="2286000" y="767834"/>
              <a:ext cx="0" cy="762000"/>
            </a:xfrm>
            <a:prstGeom prst="line">
              <a:avLst/>
            </a:prstGeom>
            <a:ln w="38100">
              <a:solidFill>
                <a:srgbClr val="FF000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>
              <a:off x="3886200" y="818118"/>
              <a:ext cx="0" cy="762000"/>
            </a:xfrm>
            <a:prstGeom prst="line">
              <a:avLst/>
            </a:prstGeom>
            <a:ln w="38100">
              <a:solidFill>
                <a:srgbClr val="FF000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Rectangle 8"/>
            <p:cNvSpPr/>
            <p:nvPr/>
          </p:nvSpPr>
          <p:spPr>
            <a:xfrm>
              <a:off x="959595" y="825668"/>
              <a:ext cx="1013419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Length </a:t>
              </a:r>
            </a:p>
            <a:p>
              <a:r>
                <a:rPr lang="en-US" dirty="0"/>
                <a:t>to follow</a:t>
              </a:r>
              <a:endParaRPr lang="en-IN" dirty="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2514600" y="848320"/>
              <a:ext cx="1152880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Command</a:t>
              </a:r>
            </a:p>
            <a:p>
              <a:r>
                <a:rPr lang="en-US" dirty="0"/>
                <a:t> Code</a:t>
              </a:r>
              <a:endParaRPr lang="en-IN" dirty="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486400" y="931386"/>
              <a:ext cx="55451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CRC</a:t>
              </a:r>
              <a:endParaRPr lang="en-IN" dirty="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133414" y="1509752"/>
              <a:ext cx="30168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1</a:t>
              </a:r>
              <a:endParaRPr lang="en-IN" dirty="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2789354" y="1490186"/>
              <a:ext cx="30168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1</a:t>
              </a:r>
              <a:endParaRPr lang="en-IN" dirty="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5739225" y="1529834"/>
              <a:ext cx="30168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4</a:t>
              </a:r>
              <a:endParaRPr lang="en-IN" dirty="0"/>
            </a:p>
          </p:txBody>
        </p:sp>
      </p:grpSp>
      <p:sp>
        <p:nvSpPr>
          <p:cNvPr id="15" name="Rectangle 14"/>
          <p:cNvSpPr/>
          <p:nvPr/>
        </p:nvSpPr>
        <p:spPr>
          <a:xfrm>
            <a:off x="307954" y="2335281"/>
            <a:ext cx="4803623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Total Bytes of the packet = 6</a:t>
            </a:r>
          </a:p>
          <a:p>
            <a:r>
              <a:rPr lang="en-US" dirty="0"/>
              <a:t>“Length to follow ” field will contain the value : 5 </a:t>
            </a:r>
          </a:p>
          <a:p>
            <a:r>
              <a:rPr lang="en-US" b="1" dirty="0"/>
              <a:t>Command Code : </a:t>
            </a:r>
            <a:r>
              <a:rPr lang="en-US" dirty="0"/>
              <a:t>0x51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9855" y="3655240"/>
            <a:ext cx="3276600" cy="762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Boot loader version number</a:t>
            </a:r>
          </a:p>
          <a:p>
            <a:pPr algn="ctr"/>
            <a:r>
              <a:rPr lang="en-US" dirty="0"/>
              <a:t>(1 byte)</a:t>
            </a:r>
            <a:endParaRPr lang="en-IN" dirty="0"/>
          </a:p>
        </p:txBody>
      </p:sp>
      <p:sp>
        <p:nvSpPr>
          <p:cNvPr id="19" name="Right Arrow 18"/>
          <p:cNvSpPr/>
          <p:nvPr/>
        </p:nvSpPr>
        <p:spPr>
          <a:xfrm>
            <a:off x="269855" y="1957872"/>
            <a:ext cx="1249114" cy="3226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ight Arrow 20"/>
          <p:cNvSpPr/>
          <p:nvPr/>
        </p:nvSpPr>
        <p:spPr>
          <a:xfrm rot="10800000">
            <a:off x="307955" y="4552950"/>
            <a:ext cx="1249114" cy="3226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 21"/>
          <p:cNvSpPr/>
          <p:nvPr/>
        </p:nvSpPr>
        <p:spPr>
          <a:xfrm>
            <a:off x="1645550" y="4552950"/>
            <a:ext cx="17574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/>
              <a:t>Bootloader</a:t>
            </a:r>
            <a:r>
              <a:rPr lang="en-US" dirty="0"/>
              <a:t> reply</a:t>
            </a:r>
            <a:endParaRPr lang="en-IN" dirty="0"/>
          </a:p>
        </p:txBody>
      </p:sp>
      <p:sp>
        <p:nvSpPr>
          <p:cNvPr id="23" name="Rectangle 22"/>
          <p:cNvSpPr/>
          <p:nvPr/>
        </p:nvSpPr>
        <p:spPr>
          <a:xfrm>
            <a:off x="1645550" y="1917509"/>
            <a:ext cx="22265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/>
              <a:t>Bootloader</a:t>
            </a:r>
            <a:r>
              <a:rPr lang="en-US" dirty="0"/>
              <a:t> command</a:t>
            </a:r>
            <a:endParaRPr lang="en-IN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0" y="3258611"/>
            <a:ext cx="9144000" cy="0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2562352" y="209549"/>
            <a:ext cx="41665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/>
              <a:t>Command Name : </a:t>
            </a:r>
            <a:r>
              <a:rPr lang="en-IN" sz="2400" dirty="0"/>
              <a:t>BL_GET_VER</a:t>
            </a:r>
            <a:r>
              <a:rPr lang="en-US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077318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269855" y="1025490"/>
            <a:ext cx="7239000" cy="951468"/>
            <a:chOff x="685800" y="742950"/>
            <a:chExt cx="7239000" cy="1156216"/>
          </a:xfrm>
        </p:grpSpPr>
        <p:sp>
          <p:nvSpPr>
            <p:cNvPr id="4" name="Rectangle 3"/>
            <p:cNvSpPr/>
            <p:nvPr/>
          </p:nvSpPr>
          <p:spPr>
            <a:xfrm>
              <a:off x="685800" y="742950"/>
              <a:ext cx="7239000" cy="7620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38100"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6" name="Straight Connector 5"/>
            <p:cNvCxnSpPr/>
            <p:nvPr/>
          </p:nvCxnSpPr>
          <p:spPr>
            <a:xfrm>
              <a:off x="2286000" y="767834"/>
              <a:ext cx="0" cy="762000"/>
            </a:xfrm>
            <a:prstGeom prst="line">
              <a:avLst/>
            </a:prstGeom>
            <a:ln w="38100">
              <a:solidFill>
                <a:srgbClr val="FF000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>
              <a:off x="3886200" y="818118"/>
              <a:ext cx="0" cy="762000"/>
            </a:xfrm>
            <a:prstGeom prst="line">
              <a:avLst/>
            </a:prstGeom>
            <a:ln w="38100">
              <a:solidFill>
                <a:srgbClr val="FF000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Rectangle 8"/>
            <p:cNvSpPr/>
            <p:nvPr/>
          </p:nvSpPr>
          <p:spPr>
            <a:xfrm>
              <a:off x="959595" y="825668"/>
              <a:ext cx="1013419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Length </a:t>
              </a:r>
            </a:p>
            <a:p>
              <a:r>
                <a:rPr lang="en-US" dirty="0"/>
                <a:t>to follow</a:t>
              </a:r>
              <a:endParaRPr lang="en-IN" dirty="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2514600" y="848320"/>
              <a:ext cx="1152880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Command</a:t>
              </a:r>
            </a:p>
            <a:p>
              <a:r>
                <a:rPr lang="en-US" dirty="0"/>
                <a:t> Code</a:t>
              </a:r>
              <a:endParaRPr lang="en-IN" dirty="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486400" y="931386"/>
              <a:ext cx="55451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CRC</a:t>
              </a:r>
              <a:endParaRPr lang="en-IN" dirty="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133414" y="1509752"/>
              <a:ext cx="30168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1</a:t>
              </a:r>
              <a:endParaRPr lang="en-IN" dirty="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2789354" y="1490186"/>
              <a:ext cx="30168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1</a:t>
              </a:r>
              <a:endParaRPr lang="en-IN" dirty="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5739225" y="1529834"/>
              <a:ext cx="30168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4</a:t>
              </a:r>
              <a:endParaRPr lang="en-IN" dirty="0"/>
            </a:p>
          </p:txBody>
        </p:sp>
      </p:grpSp>
      <p:sp>
        <p:nvSpPr>
          <p:cNvPr id="15" name="Rectangle 14"/>
          <p:cNvSpPr/>
          <p:nvPr/>
        </p:nvSpPr>
        <p:spPr>
          <a:xfrm>
            <a:off x="307954" y="2335281"/>
            <a:ext cx="4803623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Total Bytes of the packet = 6</a:t>
            </a:r>
          </a:p>
          <a:p>
            <a:r>
              <a:rPr lang="en-US" dirty="0"/>
              <a:t>“Length to follow ” field will contain the value : 5 </a:t>
            </a:r>
          </a:p>
          <a:p>
            <a:r>
              <a:rPr lang="en-US" b="1" dirty="0"/>
              <a:t>Command Code : </a:t>
            </a:r>
            <a:r>
              <a:rPr lang="en-US" dirty="0"/>
              <a:t>0x52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9855" y="3655240"/>
            <a:ext cx="3276600" cy="762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Supported Commands codes</a:t>
            </a:r>
            <a:endParaRPr lang="en-IN" dirty="0"/>
          </a:p>
        </p:txBody>
      </p:sp>
      <p:sp>
        <p:nvSpPr>
          <p:cNvPr id="19" name="Right Arrow 18"/>
          <p:cNvSpPr/>
          <p:nvPr/>
        </p:nvSpPr>
        <p:spPr>
          <a:xfrm>
            <a:off x="269855" y="1957872"/>
            <a:ext cx="1249114" cy="3226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ight Arrow 20"/>
          <p:cNvSpPr/>
          <p:nvPr/>
        </p:nvSpPr>
        <p:spPr>
          <a:xfrm rot="10800000">
            <a:off x="307955" y="4552950"/>
            <a:ext cx="1249114" cy="3226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 21"/>
          <p:cNvSpPr/>
          <p:nvPr/>
        </p:nvSpPr>
        <p:spPr>
          <a:xfrm>
            <a:off x="1645550" y="4552950"/>
            <a:ext cx="17574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/>
              <a:t>Bootloader</a:t>
            </a:r>
            <a:r>
              <a:rPr lang="en-US" dirty="0"/>
              <a:t> reply</a:t>
            </a:r>
            <a:endParaRPr lang="en-IN" dirty="0"/>
          </a:p>
        </p:txBody>
      </p:sp>
      <p:sp>
        <p:nvSpPr>
          <p:cNvPr id="23" name="Rectangle 22"/>
          <p:cNvSpPr/>
          <p:nvPr/>
        </p:nvSpPr>
        <p:spPr>
          <a:xfrm>
            <a:off x="1645550" y="1917509"/>
            <a:ext cx="22265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/>
              <a:t>Bootloader</a:t>
            </a:r>
            <a:r>
              <a:rPr lang="en-US" dirty="0"/>
              <a:t> command</a:t>
            </a:r>
            <a:endParaRPr lang="en-IN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0" y="3258611"/>
            <a:ext cx="9144000" cy="0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2492622" y="209549"/>
            <a:ext cx="43059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/>
              <a:t>Command Name : </a:t>
            </a:r>
            <a:r>
              <a:rPr lang="en-IN" sz="2400" dirty="0"/>
              <a:t>BL_GET_HELP</a:t>
            </a:r>
            <a:r>
              <a:rPr lang="en-US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496297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781668" y="1416152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1</a:t>
            </a:r>
            <a:endParaRPr lang="en-IN" dirty="0"/>
          </a:p>
        </p:txBody>
      </p:sp>
      <p:grpSp>
        <p:nvGrpSpPr>
          <p:cNvPr id="5" name="Group 4"/>
          <p:cNvGrpSpPr/>
          <p:nvPr/>
        </p:nvGrpSpPr>
        <p:grpSpPr>
          <a:xfrm>
            <a:off x="220414" y="805686"/>
            <a:ext cx="7239000" cy="931902"/>
            <a:chOff x="685800" y="742950"/>
            <a:chExt cx="7239000" cy="1116568"/>
          </a:xfrm>
        </p:grpSpPr>
        <p:sp>
          <p:nvSpPr>
            <p:cNvPr id="4" name="Rectangle 3"/>
            <p:cNvSpPr/>
            <p:nvPr/>
          </p:nvSpPr>
          <p:spPr>
            <a:xfrm>
              <a:off x="685800" y="742950"/>
              <a:ext cx="7239000" cy="7620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38100"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6" name="Straight Connector 5"/>
            <p:cNvCxnSpPr/>
            <p:nvPr/>
          </p:nvCxnSpPr>
          <p:spPr>
            <a:xfrm>
              <a:off x="2286000" y="767834"/>
              <a:ext cx="0" cy="762000"/>
            </a:xfrm>
            <a:prstGeom prst="line">
              <a:avLst/>
            </a:prstGeom>
            <a:ln w="38100">
              <a:solidFill>
                <a:srgbClr val="FF000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>
              <a:off x="3886200" y="818118"/>
              <a:ext cx="0" cy="762000"/>
            </a:xfrm>
            <a:prstGeom prst="line">
              <a:avLst/>
            </a:prstGeom>
            <a:ln w="38100">
              <a:solidFill>
                <a:srgbClr val="FF000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Rectangle 8"/>
            <p:cNvSpPr/>
            <p:nvPr/>
          </p:nvSpPr>
          <p:spPr>
            <a:xfrm>
              <a:off x="959595" y="825668"/>
              <a:ext cx="1013419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Length </a:t>
              </a:r>
            </a:p>
            <a:p>
              <a:r>
                <a:rPr lang="en-US" dirty="0"/>
                <a:t>to follow</a:t>
              </a:r>
              <a:endParaRPr lang="en-IN" dirty="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2514600" y="848320"/>
              <a:ext cx="1152880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Command</a:t>
              </a:r>
            </a:p>
            <a:p>
              <a:r>
                <a:rPr lang="en-US" dirty="0"/>
                <a:t> Code</a:t>
              </a:r>
              <a:endParaRPr lang="en-IN" dirty="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486400" y="931386"/>
              <a:ext cx="55451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CRC</a:t>
              </a:r>
              <a:endParaRPr lang="en-IN" dirty="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2789354" y="1490186"/>
              <a:ext cx="30168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1</a:t>
              </a:r>
              <a:endParaRPr lang="en-IN" dirty="0"/>
            </a:p>
          </p:txBody>
        </p:sp>
      </p:grpSp>
      <p:sp>
        <p:nvSpPr>
          <p:cNvPr id="14" name="Rectangle 13"/>
          <p:cNvSpPr/>
          <p:nvPr/>
        </p:nvSpPr>
        <p:spPr>
          <a:xfrm>
            <a:off x="5739225" y="1529834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4</a:t>
            </a:r>
            <a:endParaRPr lang="en-IN" dirty="0"/>
          </a:p>
        </p:txBody>
      </p:sp>
      <p:sp>
        <p:nvSpPr>
          <p:cNvPr id="15" name="Rectangle 14"/>
          <p:cNvSpPr/>
          <p:nvPr/>
        </p:nvSpPr>
        <p:spPr>
          <a:xfrm>
            <a:off x="257022" y="2343150"/>
            <a:ext cx="4803623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Total Bytes of the packet = 6</a:t>
            </a:r>
          </a:p>
          <a:p>
            <a:r>
              <a:rPr lang="en-US" dirty="0"/>
              <a:t>“Length to follow ” field will contain the value : 5 </a:t>
            </a:r>
          </a:p>
          <a:p>
            <a:r>
              <a:rPr lang="en-US" b="1" dirty="0"/>
              <a:t>Command Code : </a:t>
            </a:r>
            <a:r>
              <a:rPr lang="en-US" dirty="0"/>
              <a:t>0x53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220414" y="3467100"/>
            <a:ext cx="3422275" cy="984250"/>
            <a:chOff x="685800" y="3409950"/>
            <a:chExt cx="3276600" cy="1168916"/>
          </a:xfrm>
        </p:grpSpPr>
        <p:sp>
          <p:nvSpPr>
            <p:cNvPr id="16" name="Rectangle 15"/>
            <p:cNvSpPr/>
            <p:nvPr/>
          </p:nvSpPr>
          <p:spPr>
            <a:xfrm>
              <a:off x="685800" y="3409950"/>
              <a:ext cx="3276600" cy="7620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38100"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" name="Rectangle 1"/>
            <p:cNvSpPr/>
            <p:nvPr/>
          </p:nvSpPr>
          <p:spPr>
            <a:xfrm>
              <a:off x="1823450" y="4209534"/>
              <a:ext cx="100130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dirty="0"/>
                <a:t>(2 bytes)</a:t>
              </a:r>
              <a:endParaRPr lang="en-IN" dirty="0"/>
            </a:p>
          </p:txBody>
        </p:sp>
        <p:cxnSp>
          <p:nvCxnSpPr>
            <p:cNvPr id="17" name="Straight Connector 16"/>
            <p:cNvCxnSpPr/>
            <p:nvPr/>
          </p:nvCxnSpPr>
          <p:spPr>
            <a:xfrm>
              <a:off x="2286000" y="3409950"/>
              <a:ext cx="0" cy="762000"/>
            </a:xfrm>
            <a:prstGeom prst="line">
              <a:avLst/>
            </a:prstGeom>
            <a:ln w="38100">
              <a:solidFill>
                <a:srgbClr val="FF000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" name="Rectangle 2"/>
            <p:cNvSpPr/>
            <p:nvPr/>
          </p:nvSpPr>
          <p:spPr>
            <a:xfrm>
              <a:off x="800096" y="3525103"/>
              <a:ext cx="1332416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dirty="0"/>
                <a:t>MCU chip Id</a:t>
              </a:r>
            </a:p>
            <a:p>
              <a:pPr algn="ctr"/>
              <a:r>
                <a:rPr lang="en-US" dirty="0"/>
                <a:t>LSB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2507498" y="3525619"/>
              <a:ext cx="1332416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dirty="0"/>
                <a:t>MCU chip Id</a:t>
              </a:r>
            </a:p>
            <a:p>
              <a:pPr algn="ctr"/>
              <a:r>
                <a:rPr lang="en-US" dirty="0"/>
                <a:t>MSB</a:t>
              </a:r>
            </a:p>
          </p:txBody>
        </p:sp>
      </p:grpSp>
      <p:sp>
        <p:nvSpPr>
          <p:cNvPr id="19" name="Rectangle 18"/>
          <p:cNvSpPr/>
          <p:nvPr/>
        </p:nvSpPr>
        <p:spPr>
          <a:xfrm>
            <a:off x="2562352" y="209549"/>
            <a:ext cx="581964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Command Name : </a:t>
            </a:r>
            <a:r>
              <a:rPr lang="en-IN" sz="2400" dirty="0"/>
              <a:t>BL_GET_CID 	</a:t>
            </a:r>
          </a:p>
          <a:p>
            <a:r>
              <a:rPr lang="en-IN" sz="2400" dirty="0"/>
              <a:t>	</a:t>
            </a:r>
          </a:p>
          <a:p>
            <a:pPr algn="ctr"/>
            <a:r>
              <a:rPr lang="en-US" sz="2400" dirty="0"/>
              <a:t> 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269855" y="1796562"/>
            <a:ext cx="1249114" cy="3226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ight Arrow 20"/>
          <p:cNvSpPr/>
          <p:nvPr/>
        </p:nvSpPr>
        <p:spPr>
          <a:xfrm rot="10800000">
            <a:off x="307955" y="4552950"/>
            <a:ext cx="1249114" cy="3226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 21"/>
          <p:cNvSpPr/>
          <p:nvPr/>
        </p:nvSpPr>
        <p:spPr>
          <a:xfrm>
            <a:off x="1645550" y="4552950"/>
            <a:ext cx="17574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/>
              <a:t>Bootloader</a:t>
            </a:r>
            <a:r>
              <a:rPr lang="en-US" dirty="0"/>
              <a:t> reply</a:t>
            </a:r>
            <a:endParaRPr lang="en-IN" dirty="0"/>
          </a:p>
        </p:txBody>
      </p:sp>
      <p:sp>
        <p:nvSpPr>
          <p:cNvPr id="23" name="Rectangle 22"/>
          <p:cNvSpPr/>
          <p:nvPr/>
        </p:nvSpPr>
        <p:spPr>
          <a:xfrm>
            <a:off x="1645550" y="1773205"/>
            <a:ext cx="22265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/>
              <a:t>Bootloader</a:t>
            </a:r>
            <a:r>
              <a:rPr lang="en-US" dirty="0"/>
              <a:t> command</a:t>
            </a:r>
            <a:endParaRPr lang="en-IN" dirty="0"/>
          </a:p>
        </p:txBody>
      </p:sp>
      <p:cxnSp>
        <p:nvCxnSpPr>
          <p:cNvPr id="24" name="Straight Connector 23"/>
          <p:cNvCxnSpPr/>
          <p:nvPr/>
        </p:nvCxnSpPr>
        <p:spPr>
          <a:xfrm>
            <a:off x="0" y="3258611"/>
            <a:ext cx="9144000" cy="0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18988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152400" y="709635"/>
            <a:ext cx="7315200" cy="971550"/>
            <a:chOff x="685800" y="742950"/>
            <a:chExt cx="7239000" cy="1156216"/>
          </a:xfrm>
        </p:grpSpPr>
        <p:grpSp>
          <p:nvGrpSpPr>
            <p:cNvPr id="5" name="Group 4"/>
            <p:cNvGrpSpPr/>
            <p:nvPr/>
          </p:nvGrpSpPr>
          <p:grpSpPr>
            <a:xfrm>
              <a:off x="685800" y="742950"/>
              <a:ext cx="7239000" cy="837168"/>
              <a:chOff x="685800" y="742950"/>
              <a:chExt cx="7239000" cy="837168"/>
            </a:xfrm>
          </p:grpSpPr>
          <p:sp>
            <p:nvSpPr>
              <p:cNvPr id="4" name="Rectangle 3"/>
              <p:cNvSpPr/>
              <p:nvPr/>
            </p:nvSpPr>
            <p:spPr>
              <a:xfrm>
                <a:off x="685800" y="742950"/>
                <a:ext cx="7239000" cy="762000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 w="38100">
                <a:solidFill>
                  <a:srgbClr val="FF0000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cxnSp>
            <p:nvCxnSpPr>
              <p:cNvPr id="6" name="Straight Connector 5"/>
              <p:cNvCxnSpPr/>
              <p:nvPr/>
            </p:nvCxnSpPr>
            <p:spPr>
              <a:xfrm>
                <a:off x="2286000" y="767834"/>
                <a:ext cx="0" cy="762000"/>
              </a:xfrm>
              <a:prstGeom prst="line">
                <a:avLst/>
              </a:prstGeom>
              <a:ln w="38100">
                <a:solidFill>
                  <a:srgbClr val="FF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Straight Connector 6"/>
              <p:cNvCxnSpPr/>
              <p:nvPr/>
            </p:nvCxnSpPr>
            <p:spPr>
              <a:xfrm>
                <a:off x="3886200" y="818118"/>
                <a:ext cx="0" cy="762000"/>
              </a:xfrm>
              <a:prstGeom prst="line">
                <a:avLst/>
              </a:prstGeom>
              <a:ln w="38100">
                <a:solidFill>
                  <a:srgbClr val="FF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Rectangle 8"/>
              <p:cNvSpPr/>
              <p:nvPr/>
            </p:nvSpPr>
            <p:spPr>
              <a:xfrm>
                <a:off x="959595" y="825668"/>
                <a:ext cx="1013419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/>
                  <a:t>Length </a:t>
                </a:r>
              </a:p>
              <a:p>
                <a:r>
                  <a:rPr lang="en-US" dirty="0"/>
                  <a:t>to follow</a:t>
                </a:r>
                <a:endParaRPr lang="en-IN" dirty="0"/>
              </a:p>
            </p:txBody>
          </p:sp>
          <p:sp>
            <p:nvSpPr>
              <p:cNvPr id="10" name="Rectangle 9"/>
              <p:cNvSpPr/>
              <p:nvPr/>
            </p:nvSpPr>
            <p:spPr>
              <a:xfrm>
                <a:off x="2514600" y="848320"/>
                <a:ext cx="1152880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/>
                  <a:t>Command</a:t>
                </a:r>
              </a:p>
              <a:p>
                <a:r>
                  <a:rPr lang="en-US" dirty="0"/>
                  <a:t> Code</a:t>
                </a:r>
                <a:endParaRPr lang="en-IN" dirty="0"/>
              </a:p>
            </p:txBody>
          </p:sp>
          <p:sp>
            <p:nvSpPr>
              <p:cNvPr id="11" name="Rectangle 10"/>
              <p:cNvSpPr/>
              <p:nvPr/>
            </p:nvSpPr>
            <p:spPr>
              <a:xfrm>
                <a:off x="5486400" y="931386"/>
                <a:ext cx="55451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/>
                  <a:t>CRC</a:t>
                </a:r>
                <a:endParaRPr lang="en-IN" dirty="0"/>
              </a:p>
            </p:txBody>
          </p:sp>
        </p:grpSp>
        <p:sp>
          <p:nvSpPr>
            <p:cNvPr id="12" name="Rectangle 11"/>
            <p:cNvSpPr/>
            <p:nvPr/>
          </p:nvSpPr>
          <p:spPr>
            <a:xfrm>
              <a:off x="1133414" y="1509752"/>
              <a:ext cx="30168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1</a:t>
              </a:r>
              <a:endParaRPr lang="en-IN" dirty="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2789354" y="1490186"/>
              <a:ext cx="30168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1</a:t>
              </a:r>
              <a:endParaRPr lang="en-IN" dirty="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5739225" y="1529834"/>
              <a:ext cx="30168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4</a:t>
              </a:r>
              <a:endParaRPr lang="en-IN" dirty="0"/>
            </a:p>
          </p:txBody>
        </p:sp>
      </p:grpSp>
      <p:sp>
        <p:nvSpPr>
          <p:cNvPr id="15" name="Rectangle 14"/>
          <p:cNvSpPr/>
          <p:nvPr/>
        </p:nvSpPr>
        <p:spPr>
          <a:xfrm>
            <a:off x="269854" y="2266950"/>
            <a:ext cx="4750724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Total Bytes of the packet = 6</a:t>
            </a:r>
          </a:p>
          <a:p>
            <a:r>
              <a:rPr lang="en-US" dirty="0"/>
              <a:t>“Length to follow ” field will contain the value : 5</a:t>
            </a:r>
          </a:p>
          <a:p>
            <a:r>
              <a:rPr lang="en-US" b="1" dirty="0"/>
              <a:t>Command Code : </a:t>
            </a:r>
            <a:r>
              <a:rPr lang="en-US" dirty="0"/>
              <a:t>0x54</a:t>
            </a:r>
          </a:p>
          <a:p>
            <a:endParaRPr lang="en-IN" dirty="0"/>
          </a:p>
        </p:txBody>
      </p:sp>
      <p:sp>
        <p:nvSpPr>
          <p:cNvPr id="16" name="Rectangle 15"/>
          <p:cNvSpPr/>
          <p:nvPr/>
        </p:nvSpPr>
        <p:spPr>
          <a:xfrm>
            <a:off x="685800" y="3409950"/>
            <a:ext cx="1638300" cy="762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934449" y="4209534"/>
            <a:ext cx="10013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(1 bytes)</a:t>
            </a:r>
            <a:endParaRPr lang="en-IN" dirty="0"/>
          </a:p>
        </p:txBody>
      </p:sp>
      <p:sp>
        <p:nvSpPr>
          <p:cNvPr id="3" name="Rectangle 2"/>
          <p:cNvSpPr/>
          <p:nvPr/>
        </p:nvSpPr>
        <p:spPr>
          <a:xfrm>
            <a:off x="875182" y="3525103"/>
            <a:ext cx="11822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RDP status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70194" y="209548"/>
            <a:ext cx="572464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Command Name : </a:t>
            </a:r>
            <a:r>
              <a:rPr lang="en-IN" sz="2400" dirty="0"/>
              <a:t>BL_GET_RDP_STATUS 	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269855" y="1796562"/>
            <a:ext cx="1249114" cy="3226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ight Arrow 20"/>
          <p:cNvSpPr/>
          <p:nvPr/>
        </p:nvSpPr>
        <p:spPr>
          <a:xfrm rot="10800000">
            <a:off x="307955" y="4552950"/>
            <a:ext cx="1249114" cy="3226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 21"/>
          <p:cNvSpPr/>
          <p:nvPr/>
        </p:nvSpPr>
        <p:spPr>
          <a:xfrm>
            <a:off x="1645550" y="4552950"/>
            <a:ext cx="17574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/>
              <a:t>Bootloader</a:t>
            </a:r>
            <a:r>
              <a:rPr lang="en-US" dirty="0"/>
              <a:t> reply</a:t>
            </a:r>
            <a:endParaRPr lang="en-IN" dirty="0"/>
          </a:p>
        </p:txBody>
      </p:sp>
      <p:sp>
        <p:nvSpPr>
          <p:cNvPr id="23" name="Rectangle 22"/>
          <p:cNvSpPr/>
          <p:nvPr/>
        </p:nvSpPr>
        <p:spPr>
          <a:xfrm>
            <a:off x="1645550" y="1773205"/>
            <a:ext cx="22265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/>
              <a:t>Bootloader</a:t>
            </a:r>
            <a:r>
              <a:rPr lang="en-US" dirty="0"/>
              <a:t> command</a:t>
            </a:r>
            <a:endParaRPr lang="en-IN" dirty="0"/>
          </a:p>
        </p:txBody>
      </p:sp>
      <p:cxnSp>
        <p:nvCxnSpPr>
          <p:cNvPr id="24" name="Straight Connector 23"/>
          <p:cNvCxnSpPr/>
          <p:nvPr/>
        </p:nvCxnSpPr>
        <p:spPr>
          <a:xfrm>
            <a:off x="0" y="3258611"/>
            <a:ext cx="9144000" cy="0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40326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685800" y="3409950"/>
            <a:ext cx="1638300" cy="762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979333" y="4209534"/>
            <a:ext cx="9115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(1 byte)</a:t>
            </a:r>
            <a:endParaRPr lang="en-IN" dirty="0"/>
          </a:p>
        </p:txBody>
      </p:sp>
      <p:sp>
        <p:nvSpPr>
          <p:cNvPr id="3" name="Rectangle 2"/>
          <p:cNvSpPr/>
          <p:nvPr/>
        </p:nvSpPr>
        <p:spPr>
          <a:xfrm>
            <a:off x="1094794" y="3525103"/>
            <a:ext cx="7430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status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152400" y="774593"/>
            <a:ext cx="7239000" cy="994201"/>
            <a:chOff x="685800" y="742950"/>
            <a:chExt cx="7239000" cy="1178867"/>
          </a:xfrm>
        </p:grpSpPr>
        <p:sp>
          <p:nvSpPr>
            <p:cNvPr id="4" name="Rectangle 3"/>
            <p:cNvSpPr/>
            <p:nvPr/>
          </p:nvSpPr>
          <p:spPr>
            <a:xfrm>
              <a:off x="685800" y="742950"/>
              <a:ext cx="7239000" cy="7620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38100"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6" name="Straight Connector 5"/>
            <p:cNvCxnSpPr/>
            <p:nvPr/>
          </p:nvCxnSpPr>
          <p:spPr>
            <a:xfrm>
              <a:off x="1973014" y="742950"/>
              <a:ext cx="0" cy="762000"/>
            </a:xfrm>
            <a:prstGeom prst="line">
              <a:avLst/>
            </a:prstGeom>
            <a:ln w="38100">
              <a:solidFill>
                <a:srgbClr val="FF000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>
              <a:off x="3276600" y="818118"/>
              <a:ext cx="0" cy="762000"/>
            </a:xfrm>
            <a:prstGeom prst="line">
              <a:avLst/>
            </a:prstGeom>
            <a:ln w="38100">
              <a:solidFill>
                <a:srgbClr val="FF000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Rectangle 8"/>
            <p:cNvSpPr/>
            <p:nvPr/>
          </p:nvSpPr>
          <p:spPr>
            <a:xfrm>
              <a:off x="959595" y="825668"/>
              <a:ext cx="1013419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Length </a:t>
              </a:r>
            </a:p>
            <a:p>
              <a:r>
                <a:rPr lang="en-US" dirty="0"/>
                <a:t>to follow</a:t>
              </a:r>
              <a:endParaRPr lang="en-IN" dirty="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2057430" y="848320"/>
              <a:ext cx="1152880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Command</a:t>
              </a:r>
            </a:p>
            <a:p>
              <a:r>
                <a:rPr lang="en-US" dirty="0"/>
                <a:t> Code</a:t>
              </a:r>
              <a:endParaRPr lang="en-IN" dirty="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6324600" y="931386"/>
              <a:ext cx="55451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CRC</a:t>
              </a:r>
              <a:endParaRPr lang="en-IN" dirty="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133414" y="1509752"/>
              <a:ext cx="30168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1</a:t>
              </a:r>
              <a:endParaRPr lang="en-IN" dirty="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2789354" y="1490186"/>
              <a:ext cx="30168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1</a:t>
              </a:r>
              <a:endParaRPr lang="en-IN" dirty="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577425" y="1529834"/>
              <a:ext cx="30168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4</a:t>
              </a:r>
              <a:endParaRPr lang="en-IN" dirty="0"/>
            </a:p>
          </p:txBody>
        </p:sp>
        <p:cxnSp>
          <p:nvCxnSpPr>
            <p:cNvPr id="17" name="Straight Connector 16"/>
            <p:cNvCxnSpPr/>
            <p:nvPr/>
          </p:nvCxnSpPr>
          <p:spPr>
            <a:xfrm>
              <a:off x="5511800" y="790485"/>
              <a:ext cx="0" cy="762000"/>
            </a:xfrm>
            <a:prstGeom prst="line">
              <a:avLst/>
            </a:prstGeom>
            <a:ln w="38100">
              <a:solidFill>
                <a:srgbClr val="FF000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Rectangle 17"/>
            <p:cNvSpPr/>
            <p:nvPr/>
          </p:nvSpPr>
          <p:spPr>
            <a:xfrm>
              <a:off x="3505200" y="862905"/>
              <a:ext cx="1768176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Memory address</a:t>
              </a:r>
            </a:p>
            <a:p>
              <a:pPr algn="ctr"/>
              <a:r>
                <a:rPr lang="en-US" dirty="0"/>
                <a:t>(LE)</a:t>
              </a:r>
              <a:endParaRPr lang="en-IN" dirty="0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4154457" y="1552485"/>
              <a:ext cx="30168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4</a:t>
              </a:r>
              <a:endParaRPr lang="en-IN" dirty="0"/>
            </a:p>
          </p:txBody>
        </p:sp>
      </p:grpSp>
      <p:sp>
        <p:nvSpPr>
          <p:cNvPr id="20" name="Rectangle 19"/>
          <p:cNvSpPr/>
          <p:nvPr/>
        </p:nvSpPr>
        <p:spPr>
          <a:xfrm>
            <a:off x="269854" y="2266950"/>
            <a:ext cx="4750724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Total Bytes of the packet = 10</a:t>
            </a:r>
          </a:p>
          <a:p>
            <a:r>
              <a:rPr lang="en-US" dirty="0"/>
              <a:t>“Length to follow ” field will contain the value : 9</a:t>
            </a:r>
          </a:p>
          <a:p>
            <a:r>
              <a:rPr lang="en-US" b="1" dirty="0"/>
              <a:t>Command Code : </a:t>
            </a:r>
            <a:r>
              <a:rPr lang="en-US" dirty="0"/>
              <a:t>0x55</a:t>
            </a:r>
          </a:p>
          <a:p>
            <a:endParaRPr lang="en-IN" dirty="0"/>
          </a:p>
        </p:txBody>
      </p:sp>
      <p:sp>
        <p:nvSpPr>
          <p:cNvPr id="21" name="Rectangle 20"/>
          <p:cNvSpPr/>
          <p:nvPr/>
        </p:nvSpPr>
        <p:spPr>
          <a:xfrm>
            <a:off x="2246112" y="209549"/>
            <a:ext cx="479900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/>
              <a:t>Command Name : </a:t>
            </a:r>
            <a:r>
              <a:rPr lang="en-IN" sz="2400" dirty="0"/>
              <a:t>BL_GO_TO_ADDR</a:t>
            </a:r>
            <a:r>
              <a:rPr lang="en-US" sz="2400" dirty="0"/>
              <a:t> 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269855" y="1796562"/>
            <a:ext cx="1249114" cy="3226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Right Arrow 22"/>
          <p:cNvSpPr/>
          <p:nvPr/>
        </p:nvSpPr>
        <p:spPr>
          <a:xfrm rot="10800000">
            <a:off x="307955" y="4552950"/>
            <a:ext cx="1249114" cy="3226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Rectangle 23"/>
          <p:cNvSpPr/>
          <p:nvPr/>
        </p:nvSpPr>
        <p:spPr>
          <a:xfrm>
            <a:off x="1645550" y="4529593"/>
            <a:ext cx="17574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/>
              <a:t>Bootloader</a:t>
            </a:r>
            <a:r>
              <a:rPr lang="en-US" dirty="0"/>
              <a:t> reply</a:t>
            </a:r>
            <a:endParaRPr lang="en-IN" dirty="0"/>
          </a:p>
        </p:txBody>
      </p:sp>
      <p:sp>
        <p:nvSpPr>
          <p:cNvPr id="25" name="Rectangle 24"/>
          <p:cNvSpPr/>
          <p:nvPr/>
        </p:nvSpPr>
        <p:spPr>
          <a:xfrm>
            <a:off x="1645550" y="1773205"/>
            <a:ext cx="22265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/>
              <a:t>Bootloader</a:t>
            </a:r>
            <a:r>
              <a:rPr lang="en-US" dirty="0"/>
              <a:t> command</a:t>
            </a:r>
            <a:endParaRPr lang="en-IN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0" y="3258611"/>
            <a:ext cx="9144000" cy="0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330619" y="2119181"/>
            <a:ext cx="3429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Base Memory </a:t>
            </a:r>
            <a:r>
              <a:rPr lang="en-US" b="1" dirty="0" err="1"/>
              <a:t>Addr</a:t>
            </a:r>
            <a:r>
              <a:rPr lang="en-US" b="1" dirty="0"/>
              <a:t>. :</a:t>
            </a:r>
          </a:p>
          <a:p>
            <a:r>
              <a:rPr lang="en-US" dirty="0"/>
              <a:t>4 Byte base address to jump</a:t>
            </a:r>
          </a:p>
        </p:txBody>
      </p:sp>
    </p:spTree>
    <p:extLst>
      <p:ext uri="{BB962C8B-B14F-4D97-AF65-F5344CB8AC3E}">
        <p14:creationId xmlns:p14="http://schemas.microsoft.com/office/powerpoint/2010/main" val="1591594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275644" y="3409950"/>
            <a:ext cx="1638300" cy="762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569177" y="4209534"/>
            <a:ext cx="9115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(1 byte)</a:t>
            </a:r>
            <a:endParaRPr lang="en-IN" dirty="0"/>
          </a:p>
        </p:txBody>
      </p:sp>
      <p:sp>
        <p:nvSpPr>
          <p:cNvPr id="3" name="Rectangle 2"/>
          <p:cNvSpPr/>
          <p:nvPr/>
        </p:nvSpPr>
        <p:spPr>
          <a:xfrm>
            <a:off x="684638" y="3525103"/>
            <a:ext cx="7430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status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198598" y="708218"/>
            <a:ext cx="7573802" cy="1088344"/>
            <a:chOff x="685800" y="742950"/>
            <a:chExt cx="7239000" cy="1178867"/>
          </a:xfrm>
        </p:grpSpPr>
        <p:sp>
          <p:nvSpPr>
            <p:cNvPr id="4" name="Rectangle 3"/>
            <p:cNvSpPr/>
            <p:nvPr/>
          </p:nvSpPr>
          <p:spPr>
            <a:xfrm>
              <a:off x="685800" y="742950"/>
              <a:ext cx="7239000" cy="7620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38100"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6" name="Straight Connector 5"/>
            <p:cNvCxnSpPr/>
            <p:nvPr/>
          </p:nvCxnSpPr>
          <p:spPr>
            <a:xfrm>
              <a:off x="1973014" y="742950"/>
              <a:ext cx="0" cy="762000"/>
            </a:xfrm>
            <a:prstGeom prst="line">
              <a:avLst/>
            </a:prstGeom>
            <a:ln w="38100">
              <a:solidFill>
                <a:srgbClr val="FF000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>
              <a:off x="3276600" y="818118"/>
              <a:ext cx="0" cy="762000"/>
            </a:xfrm>
            <a:prstGeom prst="line">
              <a:avLst/>
            </a:prstGeom>
            <a:ln w="38100">
              <a:solidFill>
                <a:srgbClr val="FF000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Rectangle 8"/>
            <p:cNvSpPr/>
            <p:nvPr/>
          </p:nvSpPr>
          <p:spPr>
            <a:xfrm>
              <a:off x="959595" y="825668"/>
              <a:ext cx="1013419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Length </a:t>
              </a:r>
            </a:p>
            <a:p>
              <a:r>
                <a:rPr lang="en-US" dirty="0"/>
                <a:t>to follow</a:t>
              </a:r>
              <a:endParaRPr lang="en-IN" dirty="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2057430" y="848320"/>
              <a:ext cx="1152880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Command</a:t>
              </a:r>
            </a:p>
            <a:p>
              <a:r>
                <a:rPr lang="en-US" dirty="0"/>
                <a:t> Code</a:t>
              </a:r>
              <a:endParaRPr lang="en-IN" dirty="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6324600" y="931386"/>
              <a:ext cx="55451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CRC</a:t>
              </a:r>
              <a:endParaRPr lang="en-IN" dirty="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133414" y="1509752"/>
              <a:ext cx="30168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1</a:t>
              </a:r>
              <a:endParaRPr lang="en-IN" dirty="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2332184" y="1529834"/>
              <a:ext cx="30168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1</a:t>
              </a:r>
              <a:endParaRPr lang="en-IN" dirty="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577425" y="1529834"/>
              <a:ext cx="30168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4</a:t>
              </a:r>
              <a:endParaRPr lang="en-IN" dirty="0"/>
            </a:p>
          </p:txBody>
        </p:sp>
        <p:cxnSp>
          <p:nvCxnSpPr>
            <p:cNvPr id="17" name="Straight Connector 16"/>
            <p:cNvCxnSpPr/>
            <p:nvPr/>
          </p:nvCxnSpPr>
          <p:spPr>
            <a:xfrm>
              <a:off x="4462513" y="790485"/>
              <a:ext cx="0" cy="762000"/>
            </a:xfrm>
            <a:prstGeom prst="line">
              <a:avLst/>
            </a:prstGeom>
            <a:ln w="38100">
              <a:solidFill>
                <a:srgbClr val="FF000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Rectangle 17"/>
            <p:cNvSpPr/>
            <p:nvPr/>
          </p:nvSpPr>
          <p:spPr>
            <a:xfrm>
              <a:off x="3505200" y="862905"/>
              <a:ext cx="957313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Sector</a:t>
              </a:r>
            </a:p>
            <a:p>
              <a:r>
                <a:rPr lang="en-US" dirty="0"/>
                <a:t>Number</a:t>
              </a:r>
              <a:endParaRPr lang="en-IN" dirty="0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3682170" y="1552485"/>
              <a:ext cx="30168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1</a:t>
              </a:r>
              <a:endParaRPr lang="en-IN" dirty="0"/>
            </a:p>
          </p:txBody>
        </p:sp>
        <p:cxnSp>
          <p:nvCxnSpPr>
            <p:cNvPr id="20" name="Straight Connector 19"/>
            <p:cNvCxnSpPr/>
            <p:nvPr/>
          </p:nvCxnSpPr>
          <p:spPr>
            <a:xfrm>
              <a:off x="5554042" y="759419"/>
              <a:ext cx="0" cy="762000"/>
            </a:xfrm>
            <a:prstGeom prst="line">
              <a:avLst/>
            </a:prstGeom>
            <a:ln w="38100">
              <a:solidFill>
                <a:srgbClr val="FF000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0"/>
            <p:cNvSpPr/>
            <p:nvPr/>
          </p:nvSpPr>
          <p:spPr>
            <a:xfrm>
              <a:off x="4485126" y="800784"/>
              <a:ext cx="1095364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Number </a:t>
              </a:r>
            </a:p>
            <a:p>
              <a:r>
                <a:rPr lang="en-US" dirty="0"/>
                <a:t>of sectors</a:t>
              </a:r>
              <a:endParaRPr lang="en-IN" dirty="0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4881965" y="1552485"/>
              <a:ext cx="30168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1</a:t>
              </a:r>
              <a:endParaRPr lang="en-IN" dirty="0"/>
            </a:p>
          </p:txBody>
        </p:sp>
      </p:grpSp>
      <p:sp>
        <p:nvSpPr>
          <p:cNvPr id="23" name="Rectangle 22"/>
          <p:cNvSpPr/>
          <p:nvPr/>
        </p:nvSpPr>
        <p:spPr>
          <a:xfrm>
            <a:off x="269854" y="2266950"/>
            <a:ext cx="4750724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Total Bytes of the packet = 8</a:t>
            </a:r>
          </a:p>
          <a:p>
            <a:r>
              <a:rPr lang="en-US" dirty="0"/>
              <a:t>“Length to follow ” field will contain the value : 7</a:t>
            </a:r>
          </a:p>
          <a:p>
            <a:r>
              <a:rPr lang="en-US" b="1" dirty="0"/>
              <a:t>Command Code : </a:t>
            </a:r>
            <a:r>
              <a:rPr lang="en-US" dirty="0"/>
              <a:t>0x56</a:t>
            </a:r>
          </a:p>
          <a:p>
            <a:endParaRPr lang="en-IN" dirty="0"/>
          </a:p>
        </p:txBody>
      </p:sp>
      <p:sp>
        <p:nvSpPr>
          <p:cNvPr id="24" name="Rectangle 23"/>
          <p:cNvSpPr/>
          <p:nvPr/>
        </p:nvSpPr>
        <p:spPr>
          <a:xfrm>
            <a:off x="2271409" y="209549"/>
            <a:ext cx="474841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/>
              <a:t>Command Name : </a:t>
            </a:r>
            <a:r>
              <a:rPr lang="en-IN" sz="2400" dirty="0"/>
              <a:t>BL_FLASH_ERASE</a:t>
            </a:r>
            <a:r>
              <a:rPr lang="en-US" sz="2400" dirty="0"/>
              <a:t> 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269855" y="1796562"/>
            <a:ext cx="1249114" cy="3226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Right Arrow 25"/>
          <p:cNvSpPr/>
          <p:nvPr/>
        </p:nvSpPr>
        <p:spPr>
          <a:xfrm rot="10800000">
            <a:off x="307955" y="4552950"/>
            <a:ext cx="1249114" cy="3226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Rectangle 26"/>
          <p:cNvSpPr/>
          <p:nvPr/>
        </p:nvSpPr>
        <p:spPr>
          <a:xfrm>
            <a:off x="1645550" y="4552950"/>
            <a:ext cx="17574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/>
              <a:t>Bootloader</a:t>
            </a:r>
            <a:r>
              <a:rPr lang="en-US" dirty="0"/>
              <a:t> reply</a:t>
            </a:r>
            <a:endParaRPr lang="en-IN" dirty="0"/>
          </a:p>
        </p:txBody>
      </p:sp>
      <p:sp>
        <p:nvSpPr>
          <p:cNvPr id="28" name="Rectangle 27"/>
          <p:cNvSpPr/>
          <p:nvPr/>
        </p:nvSpPr>
        <p:spPr>
          <a:xfrm>
            <a:off x="1645550" y="1773205"/>
            <a:ext cx="22265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/>
              <a:t>Bootloader</a:t>
            </a:r>
            <a:r>
              <a:rPr lang="en-US" dirty="0"/>
              <a:t> command</a:t>
            </a:r>
            <a:endParaRPr lang="en-IN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0" y="3258611"/>
            <a:ext cx="9144000" cy="0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5319666" y="2109575"/>
            <a:ext cx="385200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Sector number : </a:t>
            </a:r>
            <a:r>
              <a:rPr lang="en-US" dirty="0"/>
              <a:t>0 , 1 , 2 , 3 , 4 ,5 , 6 ,7</a:t>
            </a:r>
          </a:p>
          <a:p>
            <a:r>
              <a:rPr lang="en-US" b="1" dirty="0"/>
              <a:t>Number of sectors : </a:t>
            </a:r>
            <a:r>
              <a:rPr lang="en-US" dirty="0"/>
              <a:t>0 to 7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5369363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323609" y="3409950"/>
            <a:ext cx="1820791" cy="984250"/>
            <a:chOff x="685800" y="3409950"/>
            <a:chExt cx="1638300" cy="1168916"/>
          </a:xfrm>
        </p:grpSpPr>
        <p:sp>
          <p:nvSpPr>
            <p:cNvPr id="16" name="Rectangle 15"/>
            <p:cNvSpPr/>
            <p:nvPr/>
          </p:nvSpPr>
          <p:spPr>
            <a:xfrm>
              <a:off x="685800" y="3409950"/>
              <a:ext cx="1638300" cy="7620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38100"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" name="Rectangle 1"/>
            <p:cNvSpPr/>
            <p:nvPr/>
          </p:nvSpPr>
          <p:spPr>
            <a:xfrm>
              <a:off x="979333" y="4209534"/>
              <a:ext cx="91153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dirty="0"/>
                <a:t>(1 byte)</a:t>
              </a:r>
              <a:endParaRPr lang="en-IN" dirty="0"/>
            </a:p>
          </p:txBody>
        </p:sp>
        <p:sp>
          <p:nvSpPr>
            <p:cNvPr id="3" name="Rectangle 2"/>
            <p:cNvSpPr/>
            <p:nvPr/>
          </p:nvSpPr>
          <p:spPr>
            <a:xfrm>
              <a:off x="1094794" y="3525103"/>
              <a:ext cx="74302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dirty="0"/>
                <a:t>status</a:t>
              </a: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185010" y="754047"/>
            <a:ext cx="8305800" cy="1034229"/>
            <a:chOff x="685800" y="742950"/>
            <a:chExt cx="8305800" cy="1222911"/>
          </a:xfrm>
        </p:grpSpPr>
        <p:sp>
          <p:nvSpPr>
            <p:cNvPr id="4" name="Rectangle 3"/>
            <p:cNvSpPr/>
            <p:nvPr/>
          </p:nvSpPr>
          <p:spPr>
            <a:xfrm>
              <a:off x="685800" y="742950"/>
              <a:ext cx="8305800" cy="7620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38100"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6" name="Straight Connector 5"/>
            <p:cNvCxnSpPr/>
            <p:nvPr/>
          </p:nvCxnSpPr>
          <p:spPr>
            <a:xfrm>
              <a:off x="1837818" y="742950"/>
              <a:ext cx="0" cy="762000"/>
            </a:xfrm>
            <a:prstGeom prst="line">
              <a:avLst/>
            </a:prstGeom>
            <a:ln w="38100">
              <a:solidFill>
                <a:srgbClr val="FF000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>
              <a:off x="2940197" y="818118"/>
              <a:ext cx="0" cy="762000"/>
            </a:xfrm>
            <a:prstGeom prst="line">
              <a:avLst/>
            </a:prstGeom>
            <a:ln w="38100">
              <a:solidFill>
                <a:srgbClr val="FF000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Rectangle 8"/>
            <p:cNvSpPr/>
            <p:nvPr/>
          </p:nvSpPr>
          <p:spPr>
            <a:xfrm>
              <a:off x="824399" y="790485"/>
              <a:ext cx="1013419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Length </a:t>
              </a:r>
            </a:p>
            <a:p>
              <a:r>
                <a:rPr lang="en-US" dirty="0"/>
                <a:t>to follow</a:t>
              </a:r>
              <a:endParaRPr lang="en-IN" dirty="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54501" y="818118"/>
              <a:ext cx="1152880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Command</a:t>
              </a:r>
            </a:p>
            <a:p>
              <a:r>
                <a:rPr lang="en-US" dirty="0"/>
                <a:t> Code</a:t>
              </a:r>
              <a:endParaRPr lang="en-IN" dirty="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6324600" y="931386"/>
              <a:ext cx="92416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payload</a:t>
              </a:r>
              <a:endParaRPr lang="en-IN" dirty="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133414" y="1509752"/>
              <a:ext cx="30168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1</a:t>
              </a:r>
              <a:endParaRPr lang="en-IN" dirty="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2173257" y="1529149"/>
              <a:ext cx="30168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1</a:t>
              </a:r>
              <a:endParaRPr lang="en-IN" dirty="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577425" y="1529834"/>
              <a:ext cx="30489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X</a:t>
              </a:r>
              <a:endParaRPr lang="en-IN" dirty="0"/>
            </a:p>
          </p:txBody>
        </p:sp>
        <p:cxnSp>
          <p:nvCxnSpPr>
            <p:cNvPr id="17" name="Straight Connector 16"/>
            <p:cNvCxnSpPr/>
            <p:nvPr/>
          </p:nvCxnSpPr>
          <p:spPr>
            <a:xfrm>
              <a:off x="4775557" y="808503"/>
              <a:ext cx="0" cy="762000"/>
            </a:xfrm>
            <a:prstGeom prst="line">
              <a:avLst/>
            </a:prstGeom>
            <a:ln w="38100">
              <a:solidFill>
                <a:srgbClr val="FF000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Rectangle 17"/>
            <p:cNvSpPr/>
            <p:nvPr/>
          </p:nvSpPr>
          <p:spPr>
            <a:xfrm>
              <a:off x="3007381" y="843160"/>
              <a:ext cx="1802225" cy="6186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400" dirty="0"/>
                <a:t>Base Memory address</a:t>
              </a:r>
            </a:p>
            <a:p>
              <a:pPr algn="ctr"/>
              <a:r>
                <a:rPr lang="en-US" sz="1400" dirty="0"/>
                <a:t>(LE)</a:t>
              </a:r>
              <a:endParaRPr lang="en-IN" sz="1400" dirty="0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3640583" y="1509752"/>
              <a:ext cx="30168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4</a:t>
              </a:r>
              <a:endParaRPr lang="en-IN" dirty="0"/>
            </a:p>
          </p:txBody>
        </p:sp>
        <p:cxnSp>
          <p:nvCxnSpPr>
            <p:cNvPr id="20" name="Straight Connector 19"/>
            <p:cNvCxnSpPr/>
            <p:nvPr/>
          </p:nvCxnSpPr>
          <p:spPr>
            <a:xfrm>
              <a:off x="5791200" y="760283"/>
              <a:ext cx="0" cy="762000"/>
            </a:xfrm>
            <a:prstGeom prst="line">
              <a:avLst/>
            </a:prstGeom>
            <a:ln w="38100">
              <a:solidFill>
                <a:srgbClr val="FF000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0"/>
            <p:cNvSpPr/>
            <p:nvPr/>
          </p:nvSpPr>
          <p:spPr>
            <a:xfrm>
              <a:off x="4777781" y="800784"/>
              <a:ext cx="1085297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Payload</a:t>
              </a:r>
            </a:p>
            <a:p>
              <a:r>
                <a:rPr lang="en-US" dirty="0"/>
                <a:t>Length(X)</a:t>
              </a:r>
              <a:endParaRPr lang="en-IN" dirty="0"/>
            </a:p>
          </p:txBody>
        </p:sp>
        <p:cxnSp>
          <p:nvCxnSpPr>
            <p:cNvPr id="22" name="Straight Connector 21"/>
            <p:cNvCxnSpPr/>
            <p:nvPr/>
          </p:nvCxnSpPr>
          <p:spPr>
            <a:xfrm>
              <a:off x="7848600" y="760283"/>
              <a:ext cx="0" cy="762000"/>
            </a:xfrm>
            <a:prstGeom prst="line">
              <a:avLst/>
            </a:prstGeom>
            <a:ln w="38100">
              <a:solidFill>
                <a:srgbClr val="FF000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/>
            <p:cNvSpPr/>
            <p:nvPr/>
          </p:nvSpPr>
          <p:spPr>
            <a:xfrm>
              <a:off x="8077200" y="935672"/>
              <a:ext cx="55451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CRC</a:t>
              </a:r>
              <a:endParaRPr lang="en-IN" dirty="0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5089020" y="1570503"/>
              <a:ext cx="30168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1</a:t>
              </a:r>
              <a:endParaRPr lang="en-IN" dirty="0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8226867" y="1529149"/>
              <a:ext cx="301686" cy="43671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4</a:t>
              </a:r>
              <a:endParaRPr lang="en-IN" dirty="0"/>
            </a:p>
          </p:txBody>
        </p:sp>
      </p:grpSp>
      <p:sp>
        <p:nvSpPr>
          <p:cNvPr id="26" name="Rectangle 25"/>
          <p:cNvSpPr/>
          <p:nvPr/>
        </p:nvSpPr>
        <p:spPr>
          <a:xfrm>
            <a:off x="269854" y="2266950"/>
            <a:ext cx="5103385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Total Bytes of the packet = 11+X</a:t>
            </a:r>
          </a:p>
          <a:p>
            <a:r>
              <a:rPr lang="en-US" dirty="0"/>
              <a:t>“Length to follow ” field will contain the value : 10+X</a:t>
            </a:r>
          </a:p>
          <a:p>
            <a:r>
              <a:rPr lang="en-US" b="1" dirty="0"/>
              <a:t>Command Code : </a:t>
            </a:r>
            <a:r>
              <a:rPr lang="en-US" dirty="0"/>
              <a:t>0x57</a:t>
            </a:r>
          </a:p>
          <a:p>
            <a:endParaRPr lang="en-IN" dirty="0"/>
          </a:p>
        </p:txBody>
      </p:sp>
      <p:sp>
        <p:nvSpPr>
          <p:cNvPr id="27" name="Rectangle 26"/>
          <p:cNvSpPr/>
          <p:nvPr/>
        </p:nvSpPr>
        <p:spPr>
          <a:xfrm>
            <a:off x="2308276" y="209549"/>
            <a:ext cx="467467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/>
              <a:t>Command Name : </a:t>
            </a:r>
            <a:r>
              <a:rPr lang="en-IN" sz="2400" dirty="0"/>
              <a:t>BL_MEM_WRITE</a:t>
            </a:r>
            <a:r>
              <a:rPr lang="en-US" sz="2400" dirty="0"/>
              <a:t> 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269855" y="1796562"/>
            <a:ext cx="1249114" cy="3226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Right Arrow 28"/>
          <p:cNvSpPr/>
          <p:nvPr/>
        </p:nvSpPr>
        <p:spPr>
          <a:xfrm rot="10800000">
            <a:off x="307955" y="4552950"/>
            <a:ext cx="1249114" cy="3226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Rectangle 29"/>
          <p:cNvSpPr/>
          <p:nvPr/>
        </p:nvSpPr>
        <p:spPr>
          <a:xfrm>
            <a:off x="1645550" y="4552950"/>
            <a:ext cx="17574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/>
              <a:t>Bootloader</a:t>
            </a:r>
            <a:r>
              <a:rPr lang="en-US" dirty="0"/>
              <a:t> reply</a:t>
            </a:r>
            <a:endParaRPr lang="en-IN" dirty="0"/>
          </a:p>
        </p:txBody>
      </p:sp>
      <p:sp>
        <p:nvSpPr>
          <p:cNvPr id="31" name="Rectangle 30"/>
          <p:cNvSpPr/>
          <p:nvPr/>
        </p:nvSpPr>
        <p:spPr>
          <a:xfrm>
            <a:off x="1645550" y="1773205"/>
            <a:ext cx="22265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/>
              <a:t>Bootloader</a:t>
            </a:r>
            <a:r>
              <a:rPr lang="en-US" dirty="0"/>
              <a:t> command</a:t>
            </a:r>
            <a:endParaRPr lang="en-IN" dirty="0"/>
          </a:p>
        </p:txBody>
      </p:sp>
      <p:cxnSp>
        <p:nvCxnSpPr>
          <p:cNvPr id="32" name="Straight Connector 31"/>
          <p:cNvCxnSpPr/>
          <p:nvPr/>
        </p:nvCxnSpPr>
        <p:spPr>
          <a:xfrm>
            <a:off x="0" y="3258611"/>
            <a:ext cx="9144000" cy="0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5555469" y="1722840"/>
            <a:ext cx="335993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Base Memory </a:t>
            </a:r>
            <a:r>
              <a:rPr lang="en-US" b="1" dirty="0" err="1"/>
              <a:t>Addr</a:t>
            </a:r>
            <a:r>
              <a:rPr lang="en-US" b="1" dirty="0"/>
              <a:t>. :</a:t>
            </a:r>
          </a:p>
          <a:p>
            <a:r>
              <a:rPr lang="en-US" dirty="0"/>
              <a:t>4 Byte base address </a:t>
            </a:r>
            <a:endParaRPr lang="en-US" b="1" dirty="0"/>
          </a:p>
          <a:p>
            <a:r>
              <a:rPr lang="en-US" b="1" dirty="0"/>
              <a:t>Payload </a:t>
            </a:r>
            <a:r>
              <a:rPr lang="en-US" b="1" dirty="0" err="1"/>
              <a:t>len</a:t>
            </a:r>
            <a:r>
              <a:rPr lang="en-US" dirty="0"/>
              <a:t>: No. of bytes to write</a:t>
            </a:r>
          </a:p>
          <a:p>
            <a:r>
              <a:rPr lang="en-US" b="1" dirty="0"/>
              <a:t>Payload :  </a:t>
            </a:r>
            <a:r>
              <a:rPr lang="en-US" dirty="0"/>
              <a:t>bytes to write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430169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/>
          <p:cNvGrpSpPr/>
          <p:nvPr/>
        </p:nvGrpSpPr>
        <p:grpSpPr>
          <a:xfrm>
            <a:off x="286112" y="3401028"/>
            <a:ext cx="3783456" cy="1042597"/>
            <a:chOff x="331671" y="3409950"/>
            <a:chExt cx="3534158" cy="1238210"/>
          </a:xfrm>
        </p:grpSpPr>
        <p:sp>
          <p:nvSpPr>
            <p:cNvPr id="16" name="Rectangle 15"/>
            <p:cNvSpPr/>
            <p:nvPr/>
          </p:nvSpPr>
          <p:spPr>
            <a:xfrm>
              <a:off x="331671" y="3409950"/>
              <a:ext cx="3534158" cy="7620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38100"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" name="Rectangle 1"/>
            <p:cNvSpPr/>
            <p:nvPr/>
          </p:nvSpPr>
          <p:spPr>
            <a:xfrm>
              <a:off x="664970" y="4209534"/>
              <a:ext cx="1540263" cy="43862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dirty="0"/>
                <a:t>(1+”len” bytes )</a:t>
              </a:r>
              <a:endParaRPr lang="en-IN" dirty="0"/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297669" y="737418"/>
            <a:ext cx="7543800" cy="931902"/>
            <a:chOff x="685800" y="742950"/>
            <a:chExt cx="7239000" cy="1178867"/>
          </a:xfrm>
        </p:grpSpPr>
        <p:sp>
          <p:nvSpPr>
            <p:cNvPr id="4" name="Rectangle 3"/>
            <p:cNvSpPr/>
            <p:nvPr/>
          </p:nvSpPr>
          <p:spPr>
            <a:xfrm>
              <a:off x="685800" y="742950"/>
              <a:ext cx="7239000" cy="7620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38100"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6" name="Straight Connector 5"/>
            <p:cNvCxnSpPr/>
            <p:nvPr/>
          </p:nvCxnSpPr>
          <p:spPr>
            <a:xfrm>
              <a:off x="1973014" y="742950"/>
              <a:ext cx="0" cy="762000"/>
            </a:xfrm>
            <a:prstGeom prst="line">
              <a:avLst/>
            </a:prstGeom>
            <a:ln w="38100">
              <a:solidFill>
                <a:srgbClr val="FF000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>
              <a:off x="3276600" y="818118"/>
              <a:ext cx="0" cy="762000"/>
            </a:xfrm>
            <a:prstGeom prst="line">
              <a:avLst/>
            </a:prstGeom>
            <a:ln w="38100">
              <a:solidFill>
                <a:srgbClr val="FF000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Rectangle 8"/>
            <p:cNvSpPr/>
            <p:nvPr/>
          </p:nvSpPr>
          <p:spPr>
            <a:xfrm>
              <a:off x="959595" y="825668"/>
              <a:ext cx="1013419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Length </a:t>
              </a:r>
            </a:p>
            <a:p>
              <a:r>
                <a:rPr lang="en-US" dirty="0"/>
                <a:t>to follow</a:t>
              </a:r>
              <a:endParaRPr lang="en-IN" dirty="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2057430" y="848320"/>
              <a:ext cx="1152880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Command</a:t>
              </a:r>
            </a:p>
            <a:p>
              <a:r>
                <a:rPr lang="en-US" dirty="0"/>
                <a:t> Code</a:t>
              </a:r>
              <a:endParaRPr lang="en-IN" dirty="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6324600" y="931386"/>
              <a:ext cx="55451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CRC</a:t>
              </a:r>
              <a:endParaRPr lang="en-IN" dirty="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133414" y="1509752"/>
              <a:ext cx="30168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1</a:t>
              </a:r>
              <a:endParaRPr lang="en-IN" dirty="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2789354" y="1490186"/>
              <a:ext cx="30168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1</a:t>
              </a:r>
              <a:endParaRPr lang="en-IN" dirty="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577425" y="1529834"/>
              <a:ext cx="30168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4</a:t>
              </a:r>
              <a:endParaRPr lang="en-IN" dirty="0"/>
            </a:p>
          </p:txBody>
        </p:sp>
        <p:cxnSp>
          <p:nvCxnSpPr>
            <p:cNvPr id="17" name="Straight Connector 16"/>
            <p:cNvCxnSpPr/>
            <p:nvPr/>
          </p:nvCxnSpPr>
          <p:spPr>
            <a:xfrm>
              <a:off x="5332929" y="818118"/>
              <a:ext cx="0" cy="762000"/>
            </a:xfrm>
            <a:prstGeom prst="line">
              <a:avLst/>
            </a:prstGeom>
            <a:ln w="38100">
              <a:solidFill>
                <a:srgbClr val="FF000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Rectangle 17"/>
            <p:cNvSpPr/>
            <p:nvPr/>
          </p:nvSpPr>
          <p:spPr>
            <a:xfrm>
              <a:off x="3303070" y="848320"/>
              <a:ext cx="2004459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Base Memory </a:t>
              </a:r>
              <a:r>
                <a:rPr lang="en-US" dirty="0" err="1"/>
                <a:t>addr</a:t>
              </a:r>
              <a:r>
                <a:rPr lang="en-US" dirty="0"/>
                <a:t>.</a:t>
              </a:r>
            </a:p>
            <a:p>
              <a:pPr algn="ctr"/>
              <a:r>
                <a:rPr lang="en-US" dirty="0"/>
                <a:t>(LE)</a:t>
              </a:r>
              <a:endParaRPr lang="en-IN" dirty="0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4154457" y="1552485"/>
              <a:ext cx="30168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4</a:t>
              </a:r>
              <a:endParaRPr lang="en-IN" dirty="0"/>
            </a:p>
          </p:txBody>
        </p:sp>
        <p:cxnSp>
          <p:nvCxnSpPr>
            <p:cNvPr id="20" name="Straight Connector 19"/>
            <p:cNvCxnSpPr/>
            <p:nvPr/>
          </p:nvCxnSpPr>
          <p:spPr>
            <a:xfrm>
              <a:off x="6172200" y="767833"/>
              <a:ext cx="0" cy="762000"/>
            </a:xfrm>
            <a:prstGeom prst="line">
              <a:avLst/>
            </a:prstGeom>
            <a:ln w="38100">
              <a:solidFill>
                <a:srgbClr val="FF000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ectangle 4"/>
            <p:cNvSpPr/>
            <p:nvPr/>
          </p:nvSpPr>
          <p:spPr>
            <a:xfrm>
              <a:off x="5442439" y="931386"/>
              <a:ext cx="47481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err="1"/>
                <a:t>len</a:t>
              </a:r>
              <a:endParaRPr lang="en-IN" dirty="0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5615563" y="1509752"/>
              <a:ext cx="30168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1</a:t>
              </a:r>
              <a:endParaRPr lang="en-IN" dirty="0"/>
            </a:p>
          </p:txBody>
        </p:sp>
      </p:grpSp>
      <p:sp>
        <p:nvSpPr>
          <p:cNvPr id="23" name="Rectangle 22"/>
          <p:cNvSpPr/>
          <p:nvPr/>
        </p:nvSpPr>
        <p:spPr>
          <a:xfrm>
            <a:off x="263229" y="2200699"/>
            <a:ext cx="4867743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Total Bytes of the packet = 11</a:t>
            </a:r>
          </a:p>
          <a:p>
            <a:r>
              <a:rPr lang="en-US" b="1" dirty="0"/>
              <a:t>“Length to follow ” </a:t>
            </a:r>
            <a:r>
              <a:rPr lang="en-US" dirty="0"/>
              <a:t>field will contain the value : 10</a:t>
            </a:r>
          </a:p>
          <a:p>
            <a:r>
              <a:rPr lang="en-US" b="1" dirty="0"/>
              <a:t>Command Code </a:t>
            </a:r>
            <a:r>
              <a:rPr lang="en-US" dirty="0"/>
              <a:t>: 0x59</a:t>
            </a:r>
          </a:p>
          <a:p>
            <a:endParaRPr lang="en-IN" dirty="0"/>
          </a:p>
        </p:txBody>
      </p:sp>
      <p:sp>
        <p:nvSpPr>
          <p:cNvPr id="24" name="Rectangle 23"/>
          <p:cNvSpPr/>
          <p:nvPr/>
        </p:nvSpPr>
        <p:spPr>
          <a:xfrm>
            <a:off x="2405112" y="143298"/>
            <a:ext cx="446776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/>
              <a:t>Command Name : </a:t>
            </a:r>
            <a:r>
              <a:rPr lang="en-IN" sz="2400" dirty="0"/>
              <a:t>BL_MEM_READ</a:t>
            </a:r>
            <a:endParaRPr lang="en-US" sz="2400" dirty="0"/>
          </a:p>
        </p:txBody>
      </p:sp>
      <p:sp>
        <p:nvSpPr>
          <p:cNvPr id="25" name="Right Arrow 24"/>
          <p:cNvSpPr/>
          <p:nvPr/>
        </p:nvSpPr>
        <p:spPr>
          <a:xfrm>
            <a:off x="263230" y="1669320"/>
            <a:ext cx="1249114" cy="3226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Right Arrow 25"/>
          <p:cNvSpPr/>
          <p:nvPr/>
        </p:nvSpPr>
        <p:spPr>
          <a:xfrm rot="10800000">
            <a:off x="301330" y="4486699"/>
            <a:ext cx="1249114" cy="3226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Rectangle 26"/>
          <p:cNvSpPr/>
          <p:nvPr/>
        </p:nvSpPr>
        <p:spPr>
          <a:xfrm>
            <a:off x="1638925" y="4486699"/>
            <a:ext cx="17574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/>
              <a:t>Bootloader</a:t>
            </a:r>
            <a:r>
              <a:rPr lang="en-US" dirty="0"/>
              <a:t> reply</a:t>
            </a:r>
            <a:endParaRPr lang="en-IN" dirty="0"/>
          </a:p>
        </p:txBody>
      </p:sp>
      <p:sp>
        <p:nvSpPr>
          <p:cNvPr id="28" name="Rectangle 27"/>
          <p:cNvSpPr/>
          <p:nvPr/>
        </p:nvSpPr>
        <p:spPr>
          <a:xfrm>
            <a:off x="1638925" y="1645963"/>
            <a:ext cx="22265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/>
              <a:t>Bootloader</a:t>
            </a:r>
            <a:r>
              <a:rPr lang="en-US" dirty="0"/>
              <a:t> command</a:t>
            </a:r>
            <a:endParaRPr lang="en-IN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0" y="3258611"/>
            <a:ext cx="9144000" cy="0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1467377" y="3440281"/>
            <a:ext cx="0" cy="602366"/>
          </a:xfrm>
          <a:prstGeom prst="line">
            <a:avLst/>
          </a:prstGeom>
          <a:ln w="3810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516275" y="3537171"/>
            <a:ext cx="7430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status</a:t>
            </a:r>
            <a:endParaRPr lang="en-IN" dirty="0"/>
          </a:p>
        </p:txBody>
      </p:sp>
      <p:sp>
        <p:nvSpPr>
          <p:cNvPr id="32" name="Rectangle 31"/>
          <p:cNvSpPr/>
          <p:nvPr/>
        </p:nvSpPr>
        <p:spPr>
          <a:xfrm>
            <a:off x="1640219" y="3595518"/>
            <a:ext cx="2429350" cy="3109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“</a:t>
            </a:r>
            <a:r>
              <a:rPr lang="en-US" dirty="0" err="1"/>
              <a:t>len</a:t>
            </a:r>
            <a:r>
              <a:rPr lang="en-US" dirty="0"/>
              <a:t>” number of bytes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555469" y="1722840"/>
            <a:ext cx="3359931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Base Memory </a:t>
            </a:r>
            <a:r>
              <a:rPr lang="en-US" b="1" dirty="0" err="1"/>
              <a:t>Addr</a:t>
            </a:r>
            <a:r>
              <a:rPr lang="en-US" b="1" dirty="0"/>
              <a:t>. :</a:t>
            </a:r>
          </a:p>
          <a:p>
            <a:r>
              <a:rPr lang="en-US" dirty="0"/>
              <a:t>4 Byte base address from which data has to be read</a:t>
            </a:r>
          </a:p>
          <a:p>
            <a:endParaRPr lang="en-US" b="1" dirty="0"/>
          </a:p>
          <a:p>
            <a:r>
              <a:rPr lang="en-US" b="1" dirty="0" err="1"/>
              <a:t>len</a:t>
            </a:r>
            <a:r>
              <a:rPr lang="en-US" b="1" dirty="0"/>
              <a:t> </a:t>
            </a:r>
            <a:r>
              <a:rPr lang="en-US" dirty="0"/>
              <a:t>: No. of bytes to read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755508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203260" y="742951"/>
            <a:ext cx="4756639" cy="951468"/>
            <a:chOff x="685800" y="742950"/>
            <a:chExt cx="4509361" cy="1178867"/>
          </a:xfrm>
        </p:grpSpPr>
        <p:sp>
          <p:nvSpPr>
            <p:cNvPr id="4" name="Rectangle 3"/>
            <p:cNvSpPr/>
            <p:nvPr/>
          </p:nvSpPr>
          <p:spPr>
            <a:xfrm>
              <a:off x="685800" y="742950"/>
              <a:ext cx="4509361" cy="7620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38100"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6" name="Straight Connector 5"/>
            <p:cNvCxnSpPr/>
            <p:nvPr/>
          </p:nvCxnSpPr>
          <p:spPr>
            <a:xfrm>
              <a:off x="1973014" y="742950"/>
              <a:ext cx="0" cy="762000"/>
            </a:xfrm>
            <a:prstGeom prst="line">
              <a:avLst/>
            </a:prstGeom>
            <a:ln w="38100">
              <a:solidFill>
                <a:srgbClr val="FF000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>
              <a:off x="3276600" y="818118"/>
              <a:ext cx="0" cy="762000"/>
            </a:xfrm>
            <a:prstGeom prst="line">
              <a:avLst/>
            </a:prstGeom>
            <a:ln w="38100">
              <a:solidFill>
                <a:srgbClr val="FF000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Rectangle 8"/>
            <p:cNvSpPr/>
            <p:nvPr/>
          </p:nvSpPr>
          <p:spPr>
            <a:xfrm>
              <a:off x="959595" y="825668"/>
              <a:ext cx="1013419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Length </a:t>
              </a:r>
            </a:p>
            <a:p>
              <a:r>
                <a:rPr lang="en-US" dirty="0"/>
                <a:t>to follow</a:t>
              </a:r>
              <a:endParaRPr lang="en-IN" dirty="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2057430" y="848320"/>
              <a:ext cx="1152880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Command</a:t>
              </a:r>
            </a:p>
            <a:p>
              <a:r>
                <a:rPr lang="en-US" dirty="0"/>
                <a:t> Code</a:t>
              </a:r>
              <a:endParaRPr lang="en-IN" dirty="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830281" y="939284"/>
              <a:ext cx="55451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CRC</a:t>
              </a:r>
              <a:endParaRPr lang="en-IN" dirty="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133414" y="1509752"/>
              <a:ext cx="30168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1</a:t>
              </a:r>
              <a:endParaRPr lang="en-IN" dirty="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2332184" y="1529834"/>
              <a:ext cx="30168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1</a:t>
              </a:r>
              <a:endParaRPr lang="en-IN" dirty="0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4018776" y="1552485"/>
              <a:ext cx="30168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4</a:t>
              </a:r>
              <a:endParaRPr lang="en-IN" dirty="0"/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203261" y="3467100"/>
            <a:ext cx="1895779" cy="1042597"/>
            <a:chOff x="685800" y="3409950"/>
            <a:chExt cx="1638300" cy="1238210"/>
          </a:xfrm>
        </p:grpSpPr>
        <p:sp>
          <p:nvSpPr>
            <p:cNvPr id="16" name="Rectangle 15"/>
            <p:cNvSpPr/>
            <p:nvPr/>
          </p:nvSpPr>
          <p:spPr>
            <a:xfrm>
              <a:off x="685800" y="3409950"/>
              <a:ext cx="1638300" cy="7620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38100"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" name="Rectangle 1"/>
            <p:cNvSpPr/>
            <p:nvPr/>
          </p:nvSpPr>
          <p:spPr>
            <a:xfrm>
              <a:off x="1002445" y="4209534"/>
              <a:ext cx="865307" cy="43862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dirty="0"/>
                <a:t>(2 bytes)</a:t>
              </a:r>
              <a:endParaRPr lang="en-IN" dirty="0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809313" y="3467784"/>
              <a:ext cx="1391273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dirty="0"/>
                <a:t>All Sectors status</a:t>
              </a:r>
            </a:p>
          </p:txBody>
        </p:sp>
      </p:grpSp>
      <p:sp>
        <p:nvSpPr>
          <p:cNvPr id="25" name="Rectangle 24"/>
          <p:cNvSpPr/>
          <p:nvPr/>
        </p:nvSpPr>
        <p:spPr>
          <a:xfrm>
            <a:off x="269854" y="2266950"/>
            <a:ext cx="4750724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Total Bytes of the packet = 6</a:t>
            </a:r>
          </a:p>
          <a:p>
            <a:r>
              <a:rPr lang="en-US" b="1" dirty="0"/>
              <a:t>“Length to follow ” </a:t>
            </a:r>
            <a:r>
              <a:rPr lang="en-US" dirty="0"/>
              <a:t>field will contain the value : 5</a:t>
            </a:r>
          </a:p>
          <a:p>
            <a:r>
              <a:rPr lang="en-US" b="1" dirty="0"/>
              <a:t>Command Code : </a:t>
            </a:r>
            <a:r>
              <a:rPr lang="en-US" dirty="0"/>
              <a:t>0x5A</a:t>
            </a:r>
          </a:p>
          <a:p>
            <a:endParaRPr lang="en-IN" dirty="0"/>
          </a:p>
        </p:txBody>
      </p:sp>
      <p:sp>
        <p:nvSpPr>
          <p:cNvPr id="26" name="Rectangle 25"/>
          <p:cNvSpPr/>
          <p:nvPr/>
        </p:nvSpPr>
        <p:spPr>
          <a:xfrm>
            <a:off x="2053527" y="209549"/>
            <a:ext cx="5818965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Command Name : </a:t>
            </a:r>
            <a:r>
              <a:rPr lang="en-IN" sz="2400" dirty="0"/>
              <a:t>BL_READ_SECTOR_STATUS</a:t>
            </a:r>
            <a:endParaRPr lang="en-US" sz="2400" dirty="0"/>
          </a:p>
          <a:p>
            <a:r>
              <a:rPr lang="en-IN" sz="2400" dirty="0"/>
              <a:t> 	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269855" y="1796562"/>
            <a:ext cx="1249114" cy="3226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Right Arrow 27"/>
          <p:cNvSpPr/>
          <p:nvPr/>
        </p:nvSpPr>
        <p:spPr>
          <a:xfrm rot="10800000">
            <a:off x="307955" y="4552950"/>
            <a:ext cx="1249114" cy="3226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Rectangle 28"/>
          <p:cNvSpPr/>
          <p:nvPr/>
        </p:nvSpPr>
        <p:spPr>
          <a:xfrm>
            <a:off x="1645550" y="4552950"/>
            <a:ext cx="17574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/>
              <a:t>Bootloader</a:t>
            </a:r>
            <a:r>
              <a:rPr lang="en-US" dirty="0"/>
              <a:t> reply</a:t>
            </a:r>
            <a:endParaRPr lang="en-IN" dirty="0"/>
          </a:p>
        </p:txBody>
      </p:sp>
      <p:sp>
        <p:nvSpPr>
          <p:cNvPr id="30" name="Rectangle 29"/>
          <p:cNvSpPr/>
          <p:nvPr/>
        </p:nvSpPr>
        <p:spPr>
          <a:xfrm>
            <a:off x="1645550" y="1773205"/>
            <a:ext cx="22265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/>
              <a:t>Bootloader</a:t>
            </a:r>
            <a:r>
              <a:rPr lang="en-US" dirty="0"/>
              <a:t> command</a:t>
            </a:r>
            <a:endParaRPr lang="en-IN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0" y="3258611"/>
            <a:ext cx="9144000" cy="0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73168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146954" y="3352116"/>
            <a:ext cx="1638300" cy="762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395603" y="4151700"/>
            <a:ext cx="10013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(1 bytes)</a:t>
            </a:r>
            <a:endParaRPr lang="en-IN" dirty="0"/>
          </a:p>
        </p:txBody>
      </p:sp>
      <p:sp>
        <p:nvSpPr>
          <p:cNvPr id="3" name="Rectangle 2"/>
          <p:cNvSpPr/>
          <p:nvPr/>
        </p:nvSpPr>
        <p:spPr>
          <a:xfrm>
            <a:off x="270467" y="3409950"/>
            <a:ext cx="139127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/>
              <a:t>status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146954" y="747017"/>
            <a:ext cx="7086600" cy="1021834"/>
            <a:chOff x="685800" y="742950"/>
            <a:chExt cx="7086600" cy="1206500"/>
          </a:xfrm>
        </p:grpSpPr>
        <p:sp>
          <p:nvSpPr>
            <p:cNvPr id="4" name="Rectangle 3"/>
            <p:cNvSpPr/>
            <p:nvPr/>
          </p:nvSpPr>
          <p:spPr>
            <a:xfrm>
              <a:off x="685800" y="742950"/>
              <a:ext cx="7086600" cy="7620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38100"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6" name="Straight Connector 5"/>
            <p:cNvCxnSpPr/>
            <p:nvPr/>
          </p:nvCxnSpPr>
          <p:spPr>
            <a:xfrm>
              <a:off x="1973014" y="742950"/>
              <a:ext cx="0" cy="762000"/>
            </a:xfrm>
            <a:prstGeom prst="line">
              <a:avLst/>
            </a:prstGeom>
            <a:ln w="38100">
              <a:solidFill>
                <a:srgbClr val="FF000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>
              <a:off x="3276600" y="818118"/>
              <a:ext cx="0" cy="762000"/>
            </a:xfrm>
            <a:prstGeom prst="line">
              <a:avLst/>
            </a:prstGeom>
            <a:ln w="38100">
              <a:solidFill>
                <a:srgbClr val="FF000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Rectangle 8"/>
            <p:cNvSpPr/>
            <p:nvPr/>
          </p:nvSpPr>
          <p:spPr>
            <a:xfrm>
              <a:off x="959595" y="825668"/>
              <a:ext cx="1013419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Length </a:t>
              </a:r>
            </a:p>
            <a:p>
              <a:r>
                <a:rPr lang="en-US" dirty="0"/>
                <a:t>to follow</a:t>
              </a:r>
              <a:endParaRPr lang="en-IN" dirty="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2057430" y="848320"/>
              <a:ext cx="1152880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Command</a:t>
              </a:r>
            </a:p>
            <a:p>
              <a:r>
                <a:rPr lang="en-US" dirty="0"/>
                <a:t> Code</a:t>
              </a:r>
              <a:endParaRPr lang="en-IN" dirty="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6564725" y="964167"/>
              <a:ext cx="55451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CRC</a:t>
              </a:r>
              <a:endParaRPr lang="en-IN" dirty="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133414" y="1509752"/>
              <a:ext cx="30168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1</a:t>
              </a:r>
              <a:endParaRPr lang="en-IN" dirty="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2332184" y="1529834"/>
              <a:ext cx="30168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1</a:t>
              </a:r>
              <a:endParaRPr lang="en-IN" dirty="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577425" y="1529834"/>
              <a:ext cx="30168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4</a:t>
              </a:r>
              <a:endParaRPr lang="en-IN" dirty="0"/>
            </a:p>
          </p:txBody>
        </p:sp>
        <p:cxnSp>
          <p:nvCxnSpPr>
            <p:cNvPr id="17" name="Straight Connector 16"/>
            <p:cNvCxnSpPr/>
            <p:nvPr/>
          </p:nvCxnSpPr>
          <p:spPr>
            <a:xfrm>
              <a:off x="4648200" y="790485"/>
              <a:ext cx="0" cy="762000"/>
            </a:xfrm>
            <a:prstGeom prst="line">
              <a:avLst/>
            </a:prstGeom>
            <a:ln w="38100">
              <a:solidFill>
                <a:srgbClr val="FF000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Rectangle 18"/>
            <p:cNvSpPr/>
            <p:nvPr/>
          </p:nvSpPr>
          <p:spPr>
            <a:xfrm>
              <a:off x="3682170" y="1552485"/>
              <a:ext cx="30168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1</a:t>
              </a:r>
              <a:endParaRPr lang="en-IN" dirty="0"/>
            </a:p>
          </p:txBody>
        </p:sp>
        <p:cxnSp>
          <p:nvCxnSpPr>
            <p:cNvPr id="20" name="Straight Connector 19"/>
            <p:cNvCxnSpPr/>
            <p:nvPr/>
          </p:nvCxnSpPr>
          <p:spPr>
            <a:xfrm>
              <a:off x="6172200" y="747752"/>
              <a:ext cx="0" cy="762000"/>
            </a:xfrm>
            <a:prstGeom prst="line">
              <a:avLst/>
            </a:prstGeom>
            <a:ln w="38100">
              <a:solidFill>
                <a:srgbClr val="FF000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0"/>
            <p:cNvSpPr/>
            <p:nvPr/>
          </p:nvSpPr>
          <p:spPr>
            <a:xfrm>
              <a:off x="3357965" y="851405"/>
              <a:ext cx="874727" cy="76313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Sector</a:t>
              </a:r>
            </a:p>
            <a:p>
              <a:r>
                <a:rPr lang="en-US" dirty="0"/>
                <a:t>Details </a:t>
              </a:r>
              <a:endParaRPr lang="en-IN" dirty="0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5195161" y="1580118"/>
              <a:ext cx="30168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1</a:t>
              </a:r>
              <a:endParaRPr lang="en-IN" dirty="0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4714618" y="805586"/>
              <a:ext cx="1162691" cy="76313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Protection</a:t>
              </a:r>
            </a:p>
            <a:p>
              <a:r>
                <a:rPr lang="en-US" dirty="0"/>
                <a:t> Mode</a:t>
              </a:r>
              <a:endParaRPr lang="en-IN" dirty="0"/>
            </a:p>
          </p:txBody>
        </p:sp>
      </p:grpSp>
      <p:sp>
        <p:nvSpPr>
          <p:cNvPr id="24" name="Rectangle 23"/>
          <p:cNvSpPr/>
          <p:nvPr/>
        </p:nvSpPr>
        <p:spPr>
          <a:xfrm>
            <a:off x="269854" y="2266950"/>
            <a:ext cx="4750724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Total Bytes of the packet = 8</a:t>
            </a:r>
          </a:p>
          <a:p>
            <a:r>
              <a:rPr lang="en-US" dirty="0"/>
              <a:t>“Length to follow ” field will contain the value : 7</a:t>
            </a:r>
          </a:p>
          <a:p>
            <a:r>
              <a:rPr lang="en-US" b="1" dirty="0"/>
              <a:t>Command Code : </a:t>
            </a:r>
            <a:r>
              <a:rPr lang="en-US" dirty="0"/>
              <a:t>0x58</a:t>
            </a:r>
          </a:p>
          <a:p>
            <a:endParaRPr lang="en-IN" dirty="0"/>
          </a:p>
        </p:txBody>
      </p:sp>
      <p:sp>
        <p:nvSpPr>
          <p:cNvPr id="25" name="Rectangle 24"/>
          <p:cNvSpPr/>
          <p:nvPr/>
        </p:nvSpPr>
        <p:spPr>
          <a:xfrm>
            <a:off x="2082780" y="133350"/>
            <a:ext cx="5658858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/>
              <a:t>Command Name : </a:t>
            </a:r>
            <a:r>
              <a:rPr lang="en-IN" sz="2400" dirty="0"/>
              <a:t>BL_EN_R_W_PROTECT 	</a:t>
            </a:r>
          </a:p>
          <a:p>
            <a:pPr algn="ctr"/>
            <a:r>
              <a:rPr lang="en-US" sz="2400" dirty="0"/>
              <a:t> 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269855" y="1796562"/>
            <a:ext cx="1249114" cy="3226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Right Arrow 26"/>
          <p:cNvSpPr/>
          <p:nvPr/>
        </p:nvSpPr>
        <p:spPr>
          <a:xfrm rot="10800000">
            <a:off x="307955" y="4552950"/>
            <a:ext cx="1249114" cy="3226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Rectangle 27"/>
          <p:cNvSpPr/>
          <p:nvPr/>
        </p:nvSpPr>
        <p:spPr>
          <a:xfrm>
            <a:off x="1645550" y="4552950"/>
            <a:ext cx="17574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/>
              <a:t>Bootloader</a:t>
            </a:r>
            <a:r>
              <a:rPr lang="en-US" dirty="0"/>
              <a:t> reply</a:t>
            </a:r>
            <a:endParaRPr lang="en-IN" dirty="0"/>
          </a:p>
        </p:txBody>
      </p:sp>
      <p:sp>
        <p:nvSpPr>
          <p:cNvPr id="29" name="Rectangle 28"/>
          <p:cNvSpPr/>
          <p:nvPr/>
        </p:nvSpPr>
        <p:spPr>
          <a:xfrm>
            <a:off x="1645550" y="1773205"/>
            <a:ext cx="22265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/>
              <a:t>Bootloader</a:t>
            </a:r>
            <a:r>
              <a:rPr lang="en-US" dirty="0"/>
              <a:t> command</a:t>
            </a:r>
            <a:endParaRPr lang="en-IN" dirty="0"/>
          </a:p>
        </p:txBody>
      </p:sp>
      <p:cxnSp>
        <p:nvCxnSpPr>
          <p:cNvPr id="30" name="Straight Connector 29"/>
          <p:cNvCxnSpPr/>
          <p:nvPr/>
        </p:nvCxnSpPr>
        <p:spPr>
          <a:xfrm>
            <a:off x="0" y="3258611"/>
            <a:ext cx="4912209" cy="0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947554" y="1780156"/>
            <a:ext cx="4572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Sector details :  </a:t>
            </a:r>
            <a:r>
              <a:rPr lang="en-US" dirty="0"/>
              <a:t>sector numbers encoded in 8bits (ex: 0</a:t>
            </a:r>
            <a:r>
              <a:rPr lang="en-US" baseline="30000" dirty="0"/>
              <a:t>th</a:t>
            </a:r>
            <a:r>
              <a:rPr lang="en-US" dirty="0"/>
              <a:t> bit is sector 0)</a:t>
            </a:r>
          </a:p>
          <a:p>
            <a:r>
              <a:rPr lang="en-US" dirty="0"/>
              <a:t>1: protection </a:t>
            </a:r>
          </a:p>
          <a:p>
            <a:r>
              <a:rPr lang="en-US" dirty="0"/>
              <a:t>0: No protection </a:t>
            </a:r>
          </a:p>
          <a:p>
            <a:r>
              <a:rPr lang="en-US" b="1" dirty="0"/>
              <a:t>Protection Mode :</a:t>
            </a:r>
          </a:p>
          <a:p>
            <a:r>
              <a:rPr lang="en-US" dirty="0"/>
              <a:t>1(Write Protection ) </a:t>
            </a:r>
          </a:p>
          <a:p>
            <a:r>
              <a:rPr lang="en-US" dirty="0"/>
              <a:t>2 (R/W protection)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857035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146954" y="3352116"/>
            <a:ext cx="1638300" cy="762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395603" y="4151700"/>
            <a:ext cx="10013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(1 bytes)</a:t>
            </a:r>
            <a:endParaRPr lang="en-IN" dirty="0"/>
          </a:p>
        </p:txBody>
      </p:sp>
      <p:sp>
        <p:nvSpPr>
          <p:cNvPr id="3" name="Rectangle 2"/>
          <p:cNvSpPr/>
          <p:nvPr/>
        </p:nvSpPr>
        <p:spPr>
          <a:xfrm>
            <a:off x="270467" y="3409950"/>
            <a:ext cx="139127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/>
              <a:t>status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146954" y="747017"/>
            <a:ext cx="5339446" cy="1044571"/>
            <a:chOff x="685800" y="742950"/>
            <a:chExt cx="5339446" cy="1233346"/>
          </a:xfrm>
        </p:grpSpPr>
        <p:sp>
          <p:nvSpPr>
            <p:cNvPr id="4" name="Rectangle 3"/>
            <p:cNvSpPr/>
            <p:nvPr/>
          </p:nvSpPr>
          <p:spPr>
            <a:xfrm>
              <a:off x="685800" y="742950"/>
              <a:ext cx="5339446" cy="7620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38100"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6" name="Straight Connector 5"/>
            <p:cNvCxnSpPr/>
            <p:nvPr/>
          </p:nvCxnSpPr>
          <p:spPr>
            <a:xfrm>
              <a:off x="1973014" y="742950"/>
              <a:ext cx="0" cy="762000"/>
            </a:xfrm>
            <a:prstGeom prst="line">
              <a:avLst/>
            </a:prstGeom>
            <a:ln w="38100">
              <a:solidFill>
                <a:srgbClr val="FF000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>
              <a:off x="3276600" y="818118"/>
              <a:ext cx="0" cy="762000"/>
            </a:xfrm>
            <a:prstGeom prst="line">
              <a:avLst/>
            </a:prstGeom>
            <a:ln w="38100">
              <a:solidFill>
                <a:srgbClr val="FF000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Rectangle 8"/>
            <p:cNvSpPr/>
            <p:nvPr/>
          </p:nvSpPr>
          <p:spPr>
            <a:xfrm>
              <a:off x="959595" y="825668"/>
              <a:ext cx="1013419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Length </a:t>
              </a:r>
            </a:p>
            <a:p>
              <a:r>
                <a:rPr lang="en-US" dirty="0"/>
                <a:t>to follow</a:t>
              </a:r>
              <a:endParaRPr lang="en-IN" dirty="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2057430" y="848320"/>
              <a:ext cx="1152880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Command</a:t>
              </a:r>
            </a:p>
            <a:p>
              <a:r>
                <a:rPr lang="en-US" dirty="0"/>
                <a:t> Code</a:t>
              </a:r>
              <a:endParaRPr lang="en-IN" dirty="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160107" y="939284"/>
              <a:ext cx="55451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CRC</a:t>
              </a:r>
              <a:endParaRPr lang="en-IN" dirty="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133414" y="1509752"/>
              <a:ext cx="30168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1</a:t>
              </a:r>
              <a:endParaRPr lang="en-IN" dirty="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2332184" y="1529834"/>
              <a:ext cx="30168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1</a:t>
              </a:r>
              <a:endParaRPr lang="en-IN" dirty="0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4260125" y="1540218"/>
              <a:ext cx="301686" cy="43607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4</a:t>
              </a:r>
              <a:endParaRPr lang="en-IN" dirty="0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4714618" y="805586"/>
              <a:ext cx="184731" cy="43607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en-IN" dirty="0"/>
            </a:p>
          </p:txBody>
        </p:sp>
      </p:grpSp>
      <p:sp>
        <p:nvSpPr>
          <p:cNvPr id="24" name="Rectangle 23"/>
          <p:cNvSpPr/>
          <p:nvPr/>
        </p:nvSpPr>
        <p:spPr>
          <a:xfrm>
            <a:off x="269854" y="2266950"/>
            <a:ext cx="4750724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Total Bytes of the packet = 6</a:t>
            </a:r>
          </a:p>
          <a:p>
            <a:r>
              <a:rPr lang="en-US" dirty="0"/>
              <a:t>“Length to follow ” field will contain the value : 5</a:t>
            </a:r>
          </a:p>
          <a:p>
            <a:r>
              <a:rPr lang="en-US" b="1" dirty="0"/>
              <a:t>Command Code : </a:t>
            </a:r>
            <a:r>
              <a:rPr lang="en-US" dirty="0"/>
              <a:t>0x5C</a:t>
            </a:r>
          </a:p>
          <a:p>
            <a:endParaRPr lang="en-IN" dirty="0"/>
          </a:p>
        </p:txBody>
      </p:sp>
      <p:sp>
        <p:nvSpPr>
          <p:cNvPr id="25" name="Rectangle 24"/>
          <p:cNvSpPr/>
          <p:nvPr/>
        </p:nvSpPr>
        <p:spPr>
          <a:xfrm>
            <a:off x="2049887" y="133350"/>
            <a:ext cx="5724644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/>
              <a:t>Command Name : </a:t>
            </a:r>
            <a:r>
              <a:rPr lang="en-IN" sz="2400" dirty="0"/>
              <a:t>BL_DIS_R_W_PROTECT	</a:t>
            </a:r>
          </a:p>
          <a:p>
            <a:pPr algn="ctr"/>
            <a:r>
              <a:rPr lang="en-US" sz="2400" dirty="0"/>
              <a:t> 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269855" y="1796562"/>
            <a:ext cx="1249114" cy="3226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Right Arrow 26"/>
          <p:cNvSpPr/>
          <p:nvPr/>
        </p:nvSpPr>
        <p:spPr>
          <a:xfrm rot="10800000">
            <a:off x="307955" y="4552950"/>
            <a:ext cx="1249114" cy="3226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Rectangle 27"/>
          <p:cNvSpPr/>
          <p:nvPr/>
        </p:nvSpPr>
        <p:spPr>
          <a:xfrm>
            <a:off x="1645550" y="4552950"/>
            <a:ext cx="17574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/>
              <a:t>Bootloader</a:t>
            </a:r>
            <a:r>
              <a:rPr lang="en-US" dirty="0"/>
              <a:t> reply</a:t>
            </a:r>
            <a:endParaRPr lang="en-IN" dirty="0"/>
          </a:p>
        </p:txBody>
      </p:sp>
      <p:sp>
        <p:nvSpPr>
          <p:cNvPr id="29" name="Rectangle 28"/>
          <p:cNvSpPr/>
          <p:nvPr/>
        </p:nvSpPr>
        <p:spPr>
          <a:xfrm>
            <a:off x="1645550" y="1773205"/>
            <a:ext cx="22265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/>
              <a:t>Bootloader</a:t>
            </a:r>
            <a:r>
              <a:rPr lang="en-US" dirty="0"/>
              <a:t> command</a:t>
            </a:r>
            <a:endParaRPr lang="en-IN" dirty="0"/>
          </a:p>
        </p:txBody>
      </p:sp>
      <p:cxnSp>
        <p:nvCxnSpPr>
          <p:cNvPr id="30" name="Straight Connector 29"/>
          <p:cNvCxnSpPr/>
          <p:nvPr/>
        </p:nvCxnSpPr>
        <p:spPr>
          <a:xfrm>
            <a:off x="0" y="3258611"/>
            <a:ext cx="9144000" cy="0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5334000" y="1960469"/>
            <a:ext cx="3581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Disables Active protection on all the sectors (resumes to default state)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567485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23174" y="285750"/>
            <a:ext cx="2180544" cy="5334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FF00"/>
                </a:solidFill>
              </a:rPr>
              <a:t>Reset of MCU</a:t>
            </a:r>
            <a:endParaRPr lang="en-IN" b="1" dirty="0">
              <a:solidFill>
                <a:srgbClr val="FFFF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200400" y="1200150"/>
            <a:ext cx="3048000" cy="1905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rgbClr val="FFFF00"/>
                </a:solidFill>
              </a:rPr>
              <a:t>Inits</a:t>
            </a:r>
            <a:r>
              <a:rPr lang="en-US" b="1" dirty="0">
                <a:solidFill>
                  <a:srgbClr val="FFFF00"/>
                </a:solidFill>
              </a:rPr>
              <a:t>:</a:t>
            </a:r>
          </a:p>
          <a:p>
            <a:pPr algn="ctr"/>
            <a:r>
              <a:rPr lang="en-US" b="1" dirty="0">
                <a:solidFill>
                  <a:srgbClr val="FFFF00"/>
                </a:solidFill>
              </a:rPr>
              <a:t>HAL</a:t>
            </a:r>
          </a:p>
          <a:p>
            <a:pPr algn="ctr"/>
            <a:r>
              <a:rPr lang="en-US" b="1" dirty="0">
                <a:solidFill>
                  <a:srgbClr val="FFFF00"/>
                </a:solidFill>
              </a:rPr>
              <a:t>GPIO</a:t>
            </a:r>
          </a:p>
          <a:p>
            <a:pPr algn="ctr"/>
            <a:r>
              <a:rPr lang="en-US" b="1" dirty="0" err="1">
                <a:solidFill>
                  <a:srgbClr val="FFFF00"/>
                </a:solidFill>
              </a:rPr>
              <a:t>UARTx</a:t>
            </a:r>
            <a:endParaRPr lang="en-US" b="1" dirty="0">
              <a:solidFill>
                <a:srgbClr val="FFFF00"/>
              </a:solidFill>
            </a:endParaRPr>
          </a:p>
          <a:p>
            <a:pPr algn="ctr"/>
            <a:r>
              <a:rPr lang="en-US" b="1" dirty="0">
                <a:solidFill>
                  <a:srgbClr val="FFFF00"/>
                </a:solidFill>
              </a:rPr>
              <a:t>CRC</a:t>
            </a:r>
          </a:p>
          <a:p>
            <a:pPr algn="ctr"/>
            <a:r>
              <a:rPr lang="en-US" b="1" dirty="0">
                <a:solidFill>
                  <a:srgbClr val="FFFF00"/>
                </a:solidFill>
              </a:rPr>
              <a:t>Clock</a:t>
            </a:r>
          </a:p>
          <a:p>
            <a:pPr algn="ctr"/>
            <a:endParaRPr lang="en-IN" b="1" dirty="0">
              <a:solidFill>
                <a:srgbClr val="FFFF00"/>
              </a:solidFill>
            </a:endParaRPr>
          </a:p>
        </p:txBody>
      </p:sp>
      <p:sp>
        <p:nvSpPr>
          <p:cNvPr id="5" name="Diamond 4"/>
          <p:cNvSpPr/>
          <p:nvPr/>
        </p:nvSpPr>
        <p:spPr>
          <a:xfrm>
            <a:off x="3714750" y="3407228"/>
            <a:ext cx="2152650" cy="1298121"/>
          </a:xfrm>
          <a:prstGeom prst="diamond">
            <a:avLst/>
          </a:prstGeom>
          <a:solidFill>
            <a:schemeClr val="bg1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FF00"/>
                </a:solidFill>
              </a:rPr>
              <a:t>User Button pressed?</a:t>
            </a:r>
            <a:endParaRPr lang="en-IN" b="1" dirty="0">
              <a:solidFill>
                <a:srgbClr val="FFFF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04800" y="3827007"/>
            <a:ext cx="2819400" cy="45856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err="1">
                <a:solidFill>
                  <a:srgbClr val="FFFF00"/>
                </a:solidFill>
              </a:rPr>
              <a:t>bootloader_uart_read_data</a:t>
            </a:r>
            <a:r>
              <a:rPr lang="en-US" sz="1600" b="1" dirty="0">
                <a:solidFill>
                  <a:srgbClr val="FFFF00"/>
                </a:solidFill>
              </a:rPr>
              <a:t>()</a:t>
            </a:r>
            <a:endParaRPr lang="en-IN" sz="1600" b="1" dirty="0">
              <a:solidFill>
                <a:srgbClr val="FFFF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48400" y="3827007"/>
            <a:ext cx="2819400" cy="45856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err="1">
                <a:solidFill>
                  <a:srgbClr val="FFFF00"/>
                </a:solidFill>
              </a:rPr>
              <a:t>bootloader_jump_to_user_app</a:t>
            </a:r>
            <a:r>
              <a:rPr lang="en-US" sz="1400" b="1" dirty="0">
                <a:solidFill>
                  <a:srgbClr val="FFFF00"/>
                </a:solidFill>
              </a:rPr>
              <a:t>()</a:t>
            </a:r>
            <a:endParaRPr lang="en-IN" sz="1400" b="1" dirty="0">
              <a:solidFill>
                <a:srgbClr val="FFFF00"/>
              </a:solidFill>
            </a:endParaRPr>
          </a:p>
        </p:txBody>
      </p:sp>
      <p:cxnSp>
        <p:nvCxnSpPr>
          <p:cNvPr id="9" name="Straight Arrow Connector 8"/>
          <p:cNvCxnSpPr>
            <a:stCxn id="5" idx="1"/>
            <a:endCxn id="6" idx="3"/>
          </p:cNvCxnSpPr>
          <p:nvPr/>
        </p:nvCxnSpPr>
        <p:spPr>
          <a:xfrm flipH="1" flipV="1">
            <a:off x="3124200" y="4056288"/>
            <a:ext cx="590550" cy="1"/>
          </a:xfrm>
          <a:prstGeom prst="straightConnector1">
            <a:avLst/>
          </a:prstGeom>
          <a:ln w="508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endCxn id="7" idx="1"/>
          </p:cNvCxnSpPr>
          <p:nvPr/>
        </p:nvCxnSpPr>
        <p:spPr>
          <a:xfrm>
            <a:off x="5885089" y="4045949"/>
            <a:ext cx="363311" cy="10339"/>
          </a:xfrm>
          <a:prstGeom prst="straightConnector1">
            <a:avLst/>
          </a:prstGeom>
          <a:ln w="508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2" idx="2"/>
          </p:cNvCxnSpPr>
          <p:nvPr/>
        </p:nvCxnSpPr>
        <p:spPr>
          <a:xfrm>
            <a:off x="4713446" y="819150"/>
            <a:ext cx="0" cy="381000"/>
          </a:xfrm>
          <a:prstGeom prst="straightConnector1">
            <a:avLst/>
          </a:prstGeom>
          <a:ln w="508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4758350" y="3026228"/>
            <a:ext cx="0" cy="381000"/>
          </a:xfrm>
          <a:prstGeom prst="straightConnector1">
            <a:avLst/>
          </a:prstGeom>
          <a:ln w="508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3326298" y="3457675"/>
            <a:ext cx="2968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52467" y="3457675"/>
            <a:ext cx="3337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54577" y="459700"/>
            <a:ext cx="28756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err="1">
                <a:solidFill>
                  <a:srgbClr val="FF0000"/>
                </a:solidFill>
              </a:rPr>
              <a:t>Bootloader</a:t>
            </a:r>
            <a:r>
              <a:rPr lang="en-US" b="1" dirty="0">
                <a:solidFill>
                  <a:srgbClr val="FF0000"/>
                </a:solidFill>
              </a:rPr>
              <a:t> Code Flow Chart</a:t>
            </a:r>
          </a:p>
        </p:txBody>
      </p:sp>
      <p:cxnSp>
        <p:nvCxnSpPr>
          <p:cNvPr id="19" name="Straight Arrow Connector 18"/>
          <p:cNvCxnSpPr/>
          <p:nvPr/>
        </p:nvCxnSpPr>
        <p:spPr>
          <a:xfrm>
            <a:off x="1585806" y="4285569"/>
            <a:ext cx="0" cy="648381"/>
          </a:xfrm>
          <a:prstGeom prst="straightConnector1">
            <a:avLst/>
          </a:prstGeom>
          <a:ln w="508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296287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31706" y="315277"/>
            <a:ext cx="2819400" cy="45856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err="1">
                <a:solidFill>
                  <a:srgbClr val="FFFF00"/>
                </a:solidFill>
              </a:rPr>
              <a:t>bootloader_uart_read_data</a:t>
            </a:r>
            <a:r>
              <a:rPr lang="en-US" sz="1600" b="1" dirty="0">
                <a:solidFill>
                  <a:srgbClr val="FFFF00"/>
                </a:solidFill>
              </a:rPr>
              <a:t>()</a:t>
            </a:r>
            <a:endParaRPr lang="en-IN" sz="1600" b="1" dirty="0">
              <a:solidFill>
                <a:srgbClr val="FFFF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041763" y="1352550"/>
            <a:ext cx="2819400" cy="45856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FFFF00"/>
                </a:solidFill>
              </a:rPr>
              <a:t>Poll UART for data </a:t>
            </a:r>
            <a:endParaRPr lang="en-IN" sz="1600" b="1" dirty="0">
              <a:solidFill>
                <a:srgbClr val="FFFF00"/>
              </a:solidFill>
            </a:endParaRPr>
          </a:p>
        </p:txBody>
      </p:sp>
      <p:sp>
        <p:nvSpPr>
          <p:cNvPr id="7" name="Diamond 6"/>
          <p:cNvSpPr/>
          <p:nvPr/>
        </p:nvSpPr>
        <p:spPr>
          <a:xfrm>
            <a:off x="1272812" y="2265930"/>
            <a:ext cx="2537188" cy="1298121"/>
          </a:xfrm>
          <a:prstGeom prst="diamond">
            <a:avLst/>
          </a:prstGeom>
          <a:solidFill>
            <a:schemeClr val="bg1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FF00"/>
                </a:solidFill>
              </a:rPr>
              <a:t>Length byte received ?</a:t>
            </a:r>
            <a:endParaRPr lang="en-IN" b="1" dirty="0">
              <a:solidFill>
                <a:srgbClr val="FFFF00"/>
              </a:solidFill>
            </a:endParaRPr>
          </a:p>
        </p:txBody>
      </p:sp>
      <p:cxnSp>
        <p:nvCxnSpPr>
          <p:cNvPr id="9" name="Elbow Connector 8"/>
          <p:cNvCxnSpPr>
            <a:stCxn id="7" idx="1"/>
            <a:endCxn id="4" idx="1"/>
          </p:cNvCxnSpPr>
          <p:nvPr/>
        </p:nvCxnSpPr>
        <p:spPr>
          <a:xfrm rot="10800000">
            <a:off x="1041764" y="1581831"/>
            <a:ext cx="231049" cy="1333160"/>
          </a:xfrm>
          <a:prstGeom prst="bentConnector3">
            <a:avLst>
              <a:gd name="adj1" fmla="val 198940"/>
            </a:avLst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5867400" y="544558"/>
            <a:ext cx="2819400" cy="45856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FFFF00"/>
                </a:solidFill>
              </a:rPr>
              <a:t>Read “length” number of bytes</a:t>
            </a:r>
            <a:endParaRPr lang="en-IN" sz="1600" b="1" dirty="0">
              <a:solidFill>
                <a:srgbClr val="FFFF0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867400" y="1554072"/>
            <a:ext cx="2819400" cy="45856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FFFF00"/>
                </a:solidFill>
              </a:rPr>
              <a:t>Decode command</a:t>
            </a:r>
            <a:endParaRPr lang="en-IN" sz="1600" b="1" dirty="0">
              <a:solidFill>
                <a:srgbClr val="FFFF00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867400" y="2500039"/>
            <a:ext cx="2819400" cy="45856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err="1">
                <a:solidFill>
                  <a:srgbClr val="FFFF00"/>
                </a:solidFill>
              </a:rPr>
              <a:t>Handle_X_command</a:t>
            </a:r>
            <a:endParaRPr lang="en-IN" sz="1600" b="1" dirty="0">
              <a:solidFill>
                <a:srgbClr val="FFFF00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657600" y="4248150"/>
            <a:ext cx="2819400" cy="45856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FFFF00"/>
                </a:solidFill>
              </a:rPr>
              <a:t>Finish </a:t>
            </a:r>
            <a:r>
              <a:rPr lang="en-US" sz="1600" b="1" dirty="0" err="1">
                <a:solidFill>
                  <a:srgbClr val="FFFF00"/>
                </a:solidFill>
              </a:rPr>
              <a:t>Handle_X_command</a:t>
            </a:r>
            <a:endParaRPr lang="en-IN" sz="1600" b="1" dirty="0">
              <a:solidFill>
                <a:srgbClr val="FFFF00"/>
              </a:solidFill>
            </a:endParaRPr>
          </a:p>
        </p:txBody>
      </p:sp>
      <p:cxnSp>
        <p:nvCxnSpPr>
          <p:cNvPr id="15" name="Elbow Connector 14"/>
          <p:cNvCxnSpPr>
            <a:stCxn id="13" idx="0"/>
            <a:endCxn id="2" idx="3"/>
          </p:cNvCxnSpPr>
          <p:nvPr/>
        </p:nvCxnSpPr>
        <p:spPr>
          <a:xfrm rot="16200000" flipV="1">
            <a:off x="2657407" y="1838257"/>
            <a:ext cx="3703592" cy="1116194"/>
          </a:xfrm>
          <a:prstGeom prst="bentConnector2">
            <a:avLst/>
          </a:prstGeom>
          <a:ln w="38100">
            <a:solidFill>
              <a:srgbClr val="FF0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Elbow Connector 16"/>
          <p:cNvCxnSpPr>
            <a:stCxn id="7" idx="3"/>
            <a:endCxn id="10" idx="1"/>
          </p:cNvCxnSpPr>
          <p:nvPr/>
        </p:nvCxnSpPr>
        <p:spPr>
          <a:xfrm flipV="1">
            <a:off x="3810000" y="773839"/>
            <a:ext cx="2057400" cy="2141152"/>
          </a:xfrm>
          <a:prstGeom prst="bentConnector3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2" idx="2"/>
          </p:cNvCxnSpPr>
          <p:nvPr/>
        </p:nvCxnSpPr>
        <p:spPr>
          <a:xfrm>
            <a:off x="2541406" y="773839"/>
            <a:ext cx="0" cy="578711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2544263" y="1783353"/>
            <a:ext cx="0" cy="578711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10" idx="2"/>
            <a:endCxn id="11" idx="0"/>
          </p:cNvCxnSpPr>
          <p:nvPr/>
        </p:nvCxnSpPr>
        <p:spPr>
          <a:xfrm>
            <a:off x="7277100" y="1003120"/>
            <a:ext cx="0" cy="550952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11" idx="2"/>
            <a:endCxn id="12" idx="0"/>
          </p:cNvCxnSpPr>
          <p:nvPr/>
        </p:nvCxnSpPr>
        <p:spPr>
          <a:xfrm>
            <a:off x="7277100" y="2012634"/>
            <a:ext cx="0" cy="487405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>
            <a:off x="7277100" y="2958601"/>
            <a:ext cx="0" cy="578711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3924995" y="2500039"/>
            <a:ext cx="2968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86135" y="2359988"/>
            <a:ext cx="3337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N</a:t>
            </a:r>
          </a:p>
        </p:txBody>
      </p:sp>
    </p:spTree>
    <p:extLst>
      <p:ext uri="{BB962C8B-B14F-4D97-AF65-F5344CB8AC3E}">
        <p14:creationId xmlns:p14="http://schemas.microsoft.com/office/powerpoint/2010/main" val="33536798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23302" y="244929"/>
            <a:ext cx="2819400" cy="45856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err="1">
                <a:solidFill>
                  <a:srgbClr val="FFFF00"/>
                </a:solidFill>
              </a:rPr>
              <a:t>Handle_X_command</a:t>
            </a:r>
            <a:endParaRPr lang="en-IN" sz="1600" b="1" dirty="0">
              <a:solidFill>
                <a:srgbClr val="FFFF00"/>
              </a:solidFill>
            </a:endParaRPr>
          </a:p>
        </p:txBody>
      </p:sp>
      <p:cxnSp>
        <p:nvCxnSpPr>
          <p:cNvPr id="3" name="Straight Arrow Connector 2"/>
          <p:cNvCxnSpPr/>
          <p:nvPr/>
        </p:nvCxnSpPr>
        <p:spPr>
          <a:xfrm>
            <a:off x="3334091" y="703491"/>
            <a:ext cx="0" cy="442912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Diamond 4"/>
          <p:cNvSpPr/>
          <p:nvPr/>
        </p:nvSpPr>
        <p:spPr>
          <a:xfrm>
            <a:off x="2223544" y="1155656"/>
            <a:ext cx="2221094" cy="994273"/>
          </a:xfrm>
          <a:prstGeom prst="diamond">
            <a:avLst/>
          </a:prstGeom>
          <a:solidFill>
            <a:schemeClr val="bg1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FF00"/>
                </a:solidFill>
              </a:rPr>
              <a:t>Good CRC?</a:t>
            </a:r>
            <a:endParaRPr lang="en-IN" b="1" dirty="0">
              <a:solidFill>
                <a:srgbClr val="FFFF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44818" y="2038350"/>
            <a:ext cx="1752600" cy="45856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FFFF00"/>
                </a:solidFill>
              </a:rPr>
              <a:t>Send “NACK”</a:t>
            </a:r>
            <a:endParaRPr lang="en-IN" sz="1600" b="1" dirty="0">
              <a:solidFill>
                <a:srgbClr val="FFFF0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105400" y="2038350"/>
            <a:ext cx="1752600" cy="45856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FFFF00"/>
                </a:solidFill>
              </a:rPr>
              <a:t>Send “ACK”</a:t>
            </a:r>
            <a:endParaRPr lang="en-IN" sz="1600" b="1" dirty="0">
              <a:solidFill>
                <a:srgbClr val="FFFF0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105400" y="2773680"/>
            <a:ext cx="1752600" cy="45856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FFFF00"/>
                </a:solidFill>
              </a:rPr>
              <a:t>Obtain reply </a:t>
            </a:r>
            <a:endParaRPr lang="en-IN" sz="1600" b="1" dirty="0">
              <a:solidFill>
                <a:srgbClr val="FFFF0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105400" y="3486150"/>
            <a:ext cx="1752600" cy="45856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FFFF00"/>
                </a:solidFill>
              </a:rPr>
              <a:t>Send reply </a:t>
            </a:r>
            <a:endParaRPr lang="en-IN" sz="1600" b="1" dirty="0">
              <a:solidFill>
                <a:srgbClr val="FFFF0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312408" y="3486150"/>
            <a:ext cx="2819400" cy="45856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FFFF00"/>
                </a:solidFill>
              </a:rPr>
              <a:t>Finish : </a:t>
            </a:r>
            <a:r>
              <a:rPr lang="en-US" sz="1600" b="1" dirty="0" err="1">
                <a:solidFill>
                  <a:srgbClr val="FFFF00"/>
                </a:solidFill>
              </a:rPr>
              <a:t>Handle_X_command</a:t>
            </a:r>
            <a:endParaRPr lang="en-IN" sz="1600" b="1" dirty="0">
              <a:solidFill>
                <a:srgbClr val="FFFF00"/>
              </a:solidFill>
            </a:endParaRPr>
          </a:p>
        </p:txBody>
      </p:sp>
      <p:cxnSp>
        <p:nvCxnSpPr>
          <p:cNvPr id="14" name="Straight Arrow Connector 13"/>
          <p:cNvCxnSpPr>
            <a:endCxn id="9" idx="0"/>
          </p:cNvCxnSpPr>
          <p:nvPr/>
        </p:nvCxnSpPr>
        <p:spPr>
          <a:xfrm>
            <a:off x="5981700" y="2496912"/>
            <a:ext cx="0" cy="27676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5981700" y="3209382"/>
            <a:ext cx="0" cy="27676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Elbow Connector 17"/>
          <p:cNvCxnSpPr>
            <a:stCxn id="5" idx="3"/>
            <a:endCxn id="8" idx="0"/>
          </p:cNvCxnSpPr>
          <p:nvPr/>
        </p:nvCxnSpPr>
        <p:spPr>
          <a:xfrm>
            <a:off x="4444638" y="1652793"/>
            <a:ext cx="1537062" cy="385557"/>
          </a:xfrm>
          <a:prstGeom prst="bentConnector2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19"/>
          <p:cNvCxnSpPr>
            <a:stCxn id="5" idx="1"/>
            <a:endCxn id="6" idx="0"/>
          </p:cNvCxnSpPr>
          <p:nvPr/>
        </p:nvCxnSpPr>
        <p:spPr>
          <a:xfrm rot="10800000" flipV="1">
            <a:off x="1321118" y="1652792"/>
            <a:ext cx="902426" cy="385557"/>
          </a:xfrm>
          <a:prstGeom prst="bentConnector2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Elbow Connector 21"/>
          <p:cNvCxnSpPr>
            <a:stCxn id="6" idx="2"/>
            <a:endCxn id="11" idx="0"/>
          </p:cNvCxnSpPr>
          <p:nvPr/>
        </p:nvCxnSpPr>
        <p:spPr>
          <a:xfrm rot="16200000" flipH="1">
            <a:off x="1526994" y="2291036"/>
            <a:ext cx="989238" cy="1400990"/>
          </a:xfrm>
          <a:prstGeom prst="bentConnector3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2722108" y="3944712"/>
            <a:ext cx="0" cy="442912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10" idx="1"/>
            <a:endCxn id="11" idx="3"/>
          </p:cNvCxnSpPr>
          <p:nvPr/>
        </p:nvCxnSpPr>
        <p:spPr>
          <a:xfrm flipH="1">
            <a:off x="4131808" y="3715431"/>
            <a:ext cx="973592" cy="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1312408" y="4387624"/>
            <a:ext cx="2819400" cy="45856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err="1">
                <a:solidFill>
                  <a:srgbClr val="FFFF00"/>
                </a:solidFill>
              </a:rPr>
              <a:t>bootloader_uart_read_data</a:t>
            </a:r>
            <a:r>
              <a:rPr lang="en-US" sz="1600" b="1" dirty="0">
                <a:solidFill>
                  <a:srgbClr val="FFFF00"/>
                </a:solidFill>
              </a:rPr>
              <a:t>()</a:t>
            </a:r>
            <a:endParaRPr lang="en-IN" sz="1600" b="1" dirty="0">
              <a:solidFill>
                <a:srgbClr val="FFFF00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1365017" y="1283461"/>
            <a:ext cx="3337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42702" y="1174434"/>
            <a:ext cx="2968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Y</a:t>
            </a:r>
          </a:p>
        </p:txBody>
      </p:sp>
    </p:spTree>
    <p:extLst>
      <p:ext uri="{BB962C8B-B14F-4D97-AF65-F5344CB8AC3E}">
        <p14:creationId xmlns:p14="http://schemas.microsoft.com/office/powerpoint/2010/main" val="26577844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35095</TotalTime>
  <Words>1554</Words>
  <Application>Microsoft Office PowerPoint</Application>
  <PresentationFormat>On-screen Show (16:9)</PresentationFormat>
  <Paragraphs>407</Paragraphs>
  <Slides>31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What’s a bootloader and why its needed ??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STM32F446XX Memory Organization </vt:lpstr>
      <vt:lpstr>Internal Flash memory</vt:lpstr>
      <vt:lpstr>Internal SRAM1</vt:lpstr>
      <vt:lpstr>Internal SRAM2</vt:lpstr>
      <vt:lpstr>PowerPoint Presentation</vt:lpstr>
      <vt:lpstr>PowerPoint Presentation</vt:lpstr>
      <vt:lpstr>System Memory ( ROM)</vt:lpstr>
      <vt:lpstr>Boot Configuration of STM32F446xx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kiran</dc:creator>
  <cp:lastModifiedBy>yousuf alam</cp:lastModifiedBy>
  <cp:revision>274</cp:revision>
  <dcterms:created xsi:type="dcterms:W3CDTF">2006-08-16T00:00:00Z</dcterms:created>
  <dcterms:modified xsi:type="dcterms:W3CDTF">2026-02-26T14:56:01Z</dcterms:modified>
</cp:coreProperties>
</file>